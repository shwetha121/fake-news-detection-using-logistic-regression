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8" r:id="rId11"/>
  </p:sldMasterIdLst>
  <p:notesMasterIdLst>
    <p:notesMasterId r:id="rId26"/>
  </p:notesMasterIdLst>
  <p:handoutMasterIdLst>
    <p:handoutMasterId r:id="rId27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 /><Relationship Id="rId13" Type="http://schemas.openxmlformats.org/officeDocument/2006/relationships/slide" Target="slides/slide2.xml" /><Relationship Id="rId18" Type="http://schemas.openxmlformats.org/officeDocument/2006/relationships/slide" Target="slides/slide7.xml" /><Relationship Id="rId26" Type="http://schemas.openxmlformats.org/officeDocument/2006/relationships/notesMaster" Target="notesMasters/notesMaster1.xml" /><Relationship Id="rId3" Type="http://schemas.openxmlformats.org/officeDocument/2006/relationships/slideMaster" Target="slideMasters/slideMaster3.xml" /><Relationship Id="rId21" Type="http://schemas.openxmlformats.org/officeDocument/2006/relationships/slide" Target="slides/slide10.xml" /><Relationship Id="rId7" Type="http://schemas.openxmlformats.org/officeDocument/2006/relationships/slideMaster" Target="slideMasters/slideMaster7.xml" /><Relationship Id="rId12" Type="http://schemas.openxmlformats.org/officeDocument/2006/relationships/slide" Target="slides/slide1.xml" /><Relationship Id="rId17" Type="http://schemas.openxmlformats.org/officeDocument/2006/relationships/slide" Target="slides/slide6.xml" /><Relationship Id="rId25" Type="http://schemas.openxmlformats.org/officeDocument/2006/relationships/slide" Target="slides/slide14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5.xml" /><Relationship Id="rId20" Type="http://schemas.openxmlformats.org/officeDocument/2006/relationships/slide" Target="slides/slide9.xml" /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Master" Target="slideMasters/slideMaster6.xml" /><Relationship Id="rId11" Type="http://schemas.openxmlformats.org/officeDocument/2006/relationships/slideMaster" Target="slideMasters/slideMaster11.xml" /><Relationship Id="rId24" Type="http://schemas.openxmlformats.org/officeDocument/2006/relationships/slide" Target="slides/slide13.xml" /><Relationship Id="rId5" Type="http://schemas.openxmlformats.org/officeDocument/2006/relationships/slideMaster" Target="slideMasters/slideMaster5.xml" /><Relationship Id="rId15" Type="http://schemas.openxmlformats.org/officeDocument/2006/relationships/slide" Target="slides/slide4.xml" /><Relationship Id="rId23" Type="http://schemas.openxmlformats.org/officeDocument/2006/relationships/slide" Target="slides/slide12.xml" /><Relationship Id="rId28" Type="http://schemas.openxmlformats.org/officeDocument/2006/relationships/presProps" Target="presProps.xml" /><Relationship Id="rId10" Type="http://schemas.openxmlformats.org/officeDocument/2006/relationships/slideMaster" Target="slideMasters/slideMaster10.xml" /><Relationship Id="rId19" Type="http://schemas.openxmlformats.org/officeDocument/2006/relationships/slide" Target="slides/slide8.xml" /><Relationship Id="rId31" Type="http://schemas.openxmlformats.org/officeDocument/2006/relationships/tableStyles" Target="tableStyles.xml" /><Relationship Id="rId4" Type="http://schemas.openxmlformats.org/officeDocument/2006/relationships/slideMaster" Target="slideMasters/slideMaster4.xml" /><Relationship Id="rId9" Type="http://schemas.openxmlformats.org/officeDocument/2006/relationships/slideMaster" Target="slideMasters/slideMaster9.xml" /><Relationship Id="rId14" Type="http://schemas.openxmlformats.org/officeDocument/2006/relationships/slide" Target="slides/slide3.xml" /><Relationship Id="rId22" Type="http://schemas.openxmlformats.org/officeDocument/2006/relationships/slide" Target="slides/slide11.xml" /><Relationship Id="rId27" Type="http://schemas.openxmlformats.org/officeDocument/2006/relationships/handoutMaster" Target="handoutMasters/handoutMaster1.xml" /><Relationship Id="rId30" Type="http://schemas.openxmlformats.org/officeDocument/2006/relationships/theme" Target="theme/theme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2DF94F3-EFE6-95AB-F8C3-B421314B658E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A7DCCE-67CF-2076-F8BA-B6DF186173D6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2F310-907A-FA98-AB4D-7C69BFFF2F5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056C5E-B3EB-7F6B-DEE0-B71482DDF373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BF201414-8D8E-484D-AA21-3B0CC82D65FB}" type="slidenum">
              <a:t>‹#›</a:t>
            </a:fld>
            <a:endParaRPr lang="en-GB" sz="14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A87EEA-0D90-FEF8-6405-68C5CC1DAC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96FEB-EFBF-C157-35DA-F2161196E6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79E4E3-0E68-4C7A-8298-A326F43B91EA}" type="datetimeFigureOut">
              <a:t>3/6/2025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593D35-144D-B376-ED84-056C4F51A2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BF02A-2C8D-3A6D-75E9-0584889C86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AF0C3-B929-4D59-99ED-2CD4186B2DC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681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E26DE-4167-4736-A1AD-120DA56FDA32}" type="datetimeFigureOut">
              <a:t>3/6/2025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1B93D0FE-6E3A-808B-7FD2-B2A3AE9E80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51B52CCE-BC33-202A-CDDE-25C94CA07F76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/>
          <a:p>
            <a:endParaRPr lang="en-GB"/>
          </a:p>
        </p:txBody>
      </p:sp>
      <p:sp>
        <p:nvSpPr>
          <p:cNvPr id="10" name="Header Placeholder 9">
            <a:extLst>
              <a:ext uri="{FF2B5EF4-FFF2-40B4-BE49-F238E27FC236}">
                <a16:creationId xmlns:a16="http://schemas.microsoft.com/office/drawing/2014/main" id="{F5DCF79D-C165-8087-17FE-8B95CD55155E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C77C614-EB48-8E62-ED54-74DE1629331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2E2672F-75D5-2BCD-64F4-D6F6EC8D4BD7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C1BDF2E-969D-2DD2-106D-472BFA98831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3428CB48-BF86-4CDE-9E88-4D341C2841A8}" type="slidenum">
              <a:t>‹#›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7A032-792E-4297-BDDE-0DCD5CB06C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1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GB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Noto Sans" pitchFamily="34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8B2A139F-B27F-AE11-78D2-7F871FAE28D5}"/>
              </a:ext>
            </a:extLst>
          </p:cNvPr>
          <p:cNvSpPr txBox="1">
            <a:spLocks noGrp="1"/>
          </p:cNvSpPr>
          <p:nvPr/>
        </p:nvSpPr>
        <p:spPr>
          <a:xfrm>
            <a:off x="4402138" y="0"/>
            <a:ext cx="3368675" cy="504825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E26DE-4167-4736-A1AD-120DA56FDA3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6D4E352B-408A-5479-985D-76BCF035D581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3C8BBD-1752-4900-8B3F-D14CB8D463D8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948B5BC2-B8D9-25B4-1F21-422E6097BFBA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BF1E7F-ABD1-4EEA-898D-A90E1567A93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443786-2EF8-F971-E17B-54B3A012DD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B2A4C-FF17-30EA-B738-D382521555F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E3DFE757-EDA1-47D8-10DF-FBD65C0D2BEF}"/>
              </a:ext>
            </a:extLst>
          </p:cNvPr>
          <p:cNvSpPr txBox="1">
            <a:spLocks noGrp="1"/>
          </p:cNvSpPr>
          <p:nvPr/>
        </p:nvSpPr>
        <p:spPr>
          <a:xfrm>
            <a:off x="4402138" y="0"/>
            <a:ext cx="3368675" cy="504825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E26DE-4167-4736-A1AD-120DA56FDA3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4EE3A333-F3BD-E1D8-AB55-178C1C0FBCB8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5901B-2E39-4866-A588-E76C1413A468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0917EEA3-9D53-4F53-E4FC-157EE50DA2C9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2A4212-4DF2-400E-B823-86D058AF00E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D9C74-5A02-0C65-3B0F-B7222EAE778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3CAEB-5468-3821-8A7B-EC4633F04B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  <a:noFill/>
          <a:ln>
            <a:noFill/>
          </a:ln>
        </p:spPr>
        <p:txBody>
          <a:bodyPr lIns="0" tIns="0" rIns="0" bIns="0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692DF942-12D1-376F-2FB1-8C81FD9F0303}"/>
              </a:ext>
            </a:extLst>
          </p:cNvPr>
          <p:cNvSpPr txBox="1">
            <a:spLocks noGrp="1"/>
          </p:cNvSpPr>
          <p:nvPr/>
        </p:nvSpPr>
        <p:spPr>
          <a:xfrm>
            <a:off x="4402138" y="0"/>
            <a:ext cx="3368675" cy="504825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E26DE-4167-4736-A1AD-120DA56FDA3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DA2E131D-5F29-7FF8-A0CF-3076146823A6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7EF068-CD81-4169-9441-8B8DF7BB2FB4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D2DE1922-7FC9-E42A-9D4B-B1D99B143BAD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A82B57-97B0-498A-8D3A-65EB2ED1FD6A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30EAC-34BA-E776-FD0A-DBC4F3F90A8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4988" y="763588"/>
            <a:ext cx="6702425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915FE-4E4D-C83B-7F33-C92DCFC06A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88D36592-9F4F-A8DF-8BAA-59C006AE7A0E}"/>
              </a:ext>
            </a:extLst>
          </p:cNvPr>
          <p:cNvSpPr txBox="1">
            <a:spLocks noGrp="1"/>
          </p:cNvSpPr>
          <p:nvPr/>
        </p:nvSpPr>
        <p:spPr>
          <a:xfrm>
            <a:off x="4402138" y="0"/>
            <a:ext cx="3368675" cy="504825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E26DE-4167-4736-A1AD-120DA56FDA3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F5D54A38-72BB-DECD-DE36-1775DDDD31F4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FEF9F-A9AA-45F2-98B1-FB4BD141CE20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B635C1B-7382-BB0F-645C-4B944D545763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4B90B0-5527-4198-B227-950E6FFFDE9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83442-2B48-8619-13FE-1C57B007FFF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4988" y="763588"/>
            <a:ext cx="6702425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3AA85-1D65-EFC4-58D0-B511C7F759E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32E6F8A2-296C-0458-A1C0-C004404D60F9}"/>
              </a:ext>
            </a:extLst>
          </p:cNvPr>
          <p:cNvSpPr txBox="1">
            <a:spLocks noGrp="1"/>
          </p:cNvSpPr>
          <p:nvPr/>
        </p:nvSpPr>
        <p:spPr>
          <a:xfrm>
            <a:off x="4402138" y="0"/>
            <a:ext cx="3368675" cy="504825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E26DE-4167-4736-A1AD-120DA56FDA3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2FFD2F58-DC2A-8DC6-605B-6D9DB3504701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4620C1-DEB1-4835-9C16-694E6911C880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87CDBB6E-C2DC-149D-8B7A-7A81B43A4A7B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576581-7F5A-4C7A-80B6-449325E75D0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91318-942B-DDF2-77E0-52BEBB99770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4988" y="763588"/>
            <a:ext cx="6702425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933327-B581-1E3F-B9D9-CEAC55BC813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EA4E2E22-EB68-F20C-2A20-E31D9F4E4BAF}"/>
              </a:ext>
            </a:extLst>
          </p:cNvPr>
          <p:cNvSpPr txBox="1">
            <a:spLocks noGrp="1"/>
          </p:cNvSpPr>
          <p:nvPr/>
        </p:nvSpPr>
        <p:spPr>
          <a:xfrm>
            <a:off x="4402138" y="0"/>
            <a:ext cx="3368675" cy="504825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E26DE-4167-4736-A1AD-120DA56FDA3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4E51C628-828F-9BCE-EAC2-C7F3ED98E452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EA9BF3-7BBA-4F09-B02A-25C48C3B6EA7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09869494-831B-3946-D92B-EC5716DB2126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6014E7-4344-407E-8E5F-B0C8D23F144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F0DCE-F3CA-C948-4F8A-0220747CB21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4988" y="763588"/>
            <a:ext cx="6702425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BD917-20CE-CD47-57C9-2E34491C29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405E41C-2DEA-F555-15C3-C0781BEB257F}"/>
              </a:ext>
            </a:extLst>
          </p:cNvPr>
          <p:cNvSpPr txBox="1">
            <a:spLocks noGrp="1"/>
          </p:cNvSpPr>
          <p:nvPr/>
        </p:nvSpPr>
        <p:spPr>
          <a:xfrm>
            <a:off x="4402138" y="0"/>
            <a:ext cx="3368675" cy="504825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E26DE-4167-4736-A1AD-120DA56FDA3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9ADF2840-DE00-53E0-18B1-D6E3E681136F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116CA5-846C-4624-9704-3470DD26538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3CD93EB1-24EB-069C-673F-6890E305DF5D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19A3D3-9C93-4B1D-BDBE-E84D09C9E87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EF6FC-D40D-CF94-37AE-61F382C9D0E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4988" y="763588"/>
            <a:ext cx="6702425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F20BF9-3B13-FDB3-FA07-5F6D4BAAB18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D1313A98-2E17-E3AC-67E8-A936307DFB69}"/>
              </a:ext>
            </a:extLst>
          </p:cNvPr>
          <p:cNvSpPr txBox="1">
            <a:spLocks noGrp="1"/>
          </p:cNvSpPr>
          <p:nvPr/>
        </p:nvSpPr>
        <p:spPr>
          <a:xfrm>
            <a:off x="4402138" y="0"/>
            <a:ext cx="3368675" cy="504825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E26DE-4167-4736-A1AD-120DA56FDA3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3C09AA1E-49EE-92EA-FDB1-EBF1139EF89F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BE65F6-D15D-4E6C-A5F3-0623F40C2416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E0E0F1EA-C297-7E9F-0091-105FBEE1844E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E66FA9-9588-42EC-8735-3FDA19D2521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73781-F863-3FD5-62FD-F035F246FE2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4988" y="763588"/>
            <a:ext cx="6702425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2E07A6-BADC-46A6-5885-8DCF81CB113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EEEE3637-6A8C-4A64-B92D-D8FC5B3E3D59}"/>
              </a:ext>
            </a:extLst>
          </p:cNvPr>
          <p:cNvSpPr txBox="1">
            <a:spLocks noGrp="1"/>
          </p:cNvSpPr>
          <p:nvPr/>
        </p:nvSpPr>
        <p:spPr>
          <a:xfrm>
            <a:off x="4402138" y="0"/>
            <a:ext cx="3368675" cy="504825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E26DE-4167-4736-A1AD-120DA56FDA3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FB0265BE-70B4-BB54-6706-9C082CF86813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5F124-4BD8-4746-92EE-1B44768015EE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A128E9A-C831-502B-4971-69FBEB091686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F0ACEB-2B16-485F-AB16-F9AD7C32BCB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5C75D-8371-07AE-82B9-AD77E1F0526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4988" y="763588"/>
            <a:ext cx="6702425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5B851-6DA8-167D-AFB6-03189961968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429AA8-3E3F-A94C-CDE2-94AEFCA63DA5}"/>
              </a:ext>
            </a:extLst>
          </p:cNvPr>
          <p:cNvSpPr txBox="1">
            <a:spLocks noGrp="1"/>
          </p:cNvSpPr>
          <p:nvPr/>
        </p:nvSpPr>
        <p:spPr>
          <a:xfrm>
            <a:off x="4402138" y="0"/>
            <a:ext cx="3368675" cy="504825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E26DE-4167-4736-A1AD-120DA56FDA3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11B6FDB-AF6B-A663-E4F4-7A796C08F4CD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8C78AE-1BD2-4F78-806D-2DFFB9943FCE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6A803628-06A5-FB4D-18B5-885DADCB3B35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04E3D3-BDFA-4A6F-B63D-7D43675C91D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0A94B-A923-4515-B547-6B39C0EDDFA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D2F9A-BEB5-CD88-29E1-49DFC99336C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9DD4207-87EF-ED6F-5269-1909ED5C21B2}"/>
              </a:ext>
            </a:extLst>
          </p:cNvPr>
          <p:cNvSpPr txBox="1">
            <a:spLocks noGrp="1"/>
          </p:cNvSpPr>
          <p:nvPr/>
        </p:nvSpPr>
        <p:spPr>
          <a:xfrm>
            <a:off x="4402138" y="0"/>
            <a:ext cx="3368675" cy="504825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E26DE-4167-4736-A1AD-120DA56FDA3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161170F4-48DE-C470-0BDA-57382CFB3FF4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A740B1-77E2-415D-8DB3-37565935A7DF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E1A0DD69-B3AC-86FB-D665-801D6FC85189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6AC83E-74B0-4F4D-AD52-8E89D9FE0CF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8A4FB-2539-C6D8-A441-B3502BF3E39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C092C-ADEF-D7E1-B1E3-A4419CF2E46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  <a:noFill/>
          <a:ln>
            <a:noFill/>
          </a:ln>
        </p:spPr>
        <p:txBody>
          <a:bodyPr lIns="0" tIns="0" rIns="0" bIns="0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7358236F-56E5-1FF7-FE45-7461933549E7}"/>
              </a:ext>
            </a:extLst>
          </p:cNvPr>
          <p:cNvSpPr txBox="1">
            <a:spLocks noGrp="1"/>
          </p:cNvSpPr>
          <p:nvPr/>
        </p:nvSpPr>
        <p:spPr>
          <a:xfrm>
            <a:off x="4402138" y="0"/>
            <a:ext cx="3368675" cy="504825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E26DE-4167-4736-A1AD-120DA56FDA3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CA48AD85-3718-8B85-5F88-241E8CB69E03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0A2B3B-1BE4-4345-882B-DA29CC5AF878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BEFFEA99-CE39-8AC1-4B6B-624B417EEBF3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31B95D-1ABE-4525-811B-4DEF1D943EC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AB869-B93B-E0AE-2BE1-B32B9409581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ED738-B556-327A-187D-E0A74F5042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  <a:noFill/>
          <a:ln>
            <a:noFill/>
          </a:ln>
        </p:spPr>
        <p:txBody>
          <a:bodyPr lIns="0" tIns="0" rIns="0" bIns="0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39CA583D-9E9D-97FA-90B5-9D290E265D71}"/>
              </a:ext>
            </a:extLst>
          </p:cNvPr>
          <p:cNvSpPr txBox="1">
            <a:spLocks noGrp="1"/>
          </p:cNvSpPr>
          <p:nvPr/>
        </p:nvSpPr>
        <p:spPr>
          <a:xfrm>
            <a:off x="4402138" y="0"/>
            <a:ext cx="3368675" cy="504825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E26DE-4167-4736-A1AD-120DA56FDA3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42F53BBE-2857-88D7-69D5-60D737ADF3F9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9C471F-0A14-4F81-A606-DBE6E4A57F97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71F6D32D-81BC-E015-9C78-16E7FA707212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861F47-0407-4A22-814B-6B362DC6B91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CE0BE-747C-E918-FB00-C670573414C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2B25E-CD59-F2E9-74F2-EB4383AFB70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  <a:noFill/>
          <a:ln>
            <a:noFill/>
          </a:ln>
        </p:spPr>
        <p:txBody>
          <a:bodyPr lIns="0" tIns="0" rIns="0" bIns="0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02777543-0E86-A07F-53EA-5B2B00A03598}"/>
              </a:ext>
            </a:extLst>
          </p:cNvPr>
          <p:cNvSpPr txBox="1">
            <a:spLocks noGrp="1"/>
          </p:cNvSpPr>
          <p:nvPr/>
        </p:nvSpPr>
        <p:spPr>
          <a:xfrm>
            <a:off x="4402138" y="0"/>
            <a:ext cx="3368675" cy="504825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E26DE-4167-4736-A1AD-120DA56FDA3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5279D6E3-A477-1FEE-C025-5EAF2B12880E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8EB5C2-6473-4B89-8DAD-13538A9E8375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41C14005-C167-BFAE-B610-CBFD27FFC9EE}"/>
              </a:ext>
            </a:extLst>
          </p:cNvPr>
          <p:cNvSpPr txBox="1">
            <a:spLocks noGrp="1"/>
          </p:cNvSpPr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75727-F3EE-43DB-83AB-FE7925AF354F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" pitchFamily="34"/>
                <a:ea typeface="Cantarell" pitchFamily="2"/>
                <a:cs typeface="Nimbus 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A0B10-F408-E72D-3412-36A50B6DCE6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676B9-4DBC-CF7D-A34E-780105CA6DD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  <a:noFill/>
          <a:ln>
            <a:noFill/>
          </a:ln>
        </p:spPr>
        <p:txBody>
          <a:bodyPr lIns="0" tIns="0" rIns="0" bIns="0"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3.xml" 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3.xml" 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3.xml" 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3.xml" 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3.xml" 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3.xml" 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3.xml" 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4.xml" 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4.xml" 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4.xml" 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4.xml" 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4.xml" 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4.xml" 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4.xml" 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4.xml" 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4.xml" 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4.xml" 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4.xml" 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5.xml" 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5.xml" 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5.xml" 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5.xml" 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5.xml" 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5.xml" 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5.xml" 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5.xml" 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5.xml" 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5.xml" 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5.xml" 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8723-791E-C987-2C70-E72D69A86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16B3F-74EA-5119-FB83-CE62803F9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716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0E62F-A7F5-6A08-74CB-66698E99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ABB35-9A7A-2BA3-5C37-16F0539F8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640" y="1326240"/>
            <a:ext cx="9068760" cy="32878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3132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8CE4-D288-15A4-7EC1-1BE147C69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146E4-C6A3-B1CF-6DCC-62CDDE425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29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9CCA-7D7F-B63A-2D04-5B772810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7C115-37C7-3FFB-E3FA-E87064D48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5563"/>
            <a:ext cx="4457700" cy="328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6D7C2-6DCA-38F8-B79B-C22DA80DA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5563"/>
            <a:ext cx="4459287" cy="328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2492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5C400-42AE-96F9-CD52-9B99E16CA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6836C-1BAD-8C5F-9858-3B8B61763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ADE34-68FE-E2BF-E2C9-CFA3CB8F3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D4D4A0-D06E-0BE3-6595-F03968F9C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5210AC-6223-25E8-3A05-F913105AAF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5605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7CDF8-E948-8959-7019-610076BA7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043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1341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A02AB-4EA2-264C-CA94-6079A4996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2851C-8385-C914-B4AA-58614FAA8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D22BE-E444-CBA3-B4F8-78D1C9CBF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6726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3071-4C4E-183F-DA7D-7AE0947C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4355C6-A539-430D-723C-5FE0C72EF6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C0BC5-1463-5A62-B1F3-FEC5DCFC5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883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B285F-C932-3F52-CFE7-1E30F5F8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AC7607-4E95-5083-5DB3-6511551B1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640" y="1326240"/>
            <a:ext cx="9068760" cy="3287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340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F2C337-A8AD-D663-0672-39CE2C769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9A822-BAC0-8A3C-5752-1EF5246B7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8488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438F2F4-9714-4A6C-6A35-618BD2DA8F03}"/>
              </a:ext>
            </a:extLst>
          </p:cNvPr>
          <p:cNvSpPr/>
          <p:nvPr/>
        </p:nvSpPr>
        <p:spPr>
          <a:xfrm>
            <a:off x="0" y="0"/>
            <a:ext cx="10076760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D84A1">
              <a:alpha val="45000"/>
            </a:srgbClr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0" tIns="0" rIns="0" bIns="0" anchor="ctr" anchorCtr="0">
            <a:noAutofit/>
          </a:bodyPr>
          <a:lstStyle/>
          <a:p>
            <a:pPr lvl="0" rtl="0" hangingPunct="0">
              <a:buNone/>
              <a:tabLst/>
            </a:pPr>
            <a:endParaRPr lang="en-GB" sz="2400" kern="1200"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A181F-53E7-6573-37F3-FAA82D96B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B0E7F-256C-D0FE-0B44-1469213A5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BC07D-81C4-72A6-CE51-D744D1202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A7404-12D2-83D8-2B1A-02949071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36BD4-31C9-74EA-027B-35BA9FA6F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7F9168BA-1B20-4150-96FE-CC53AF62F33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63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3FB57B6-13E0-CB10-F6D4-4066A390CDDA}"/>
              </a:ext>
            </a:extLst>
          </p:cNvPr>
          <p:cNvSpPr/>
          <p:nvPr/>
        </p:nvSpPr>
        <p:spPr>
          <a:xfrm>
            <a:off x="0" y="0"/>
            <a:ext cx="10076760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D84A1">
              <a:alpha val="45000"/>
            </a:srgbClr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0" tIns="0" rIns="0" bIns="0" anchor="ctr" anchorCtr="0">
            <a:noAutofit/>
          </a:bodyPr>
          <a:lstStyle/>
          <a:p>
            <a:pPr lvl="0" rtl="0" hangingPunct="0">
              <a:buNone/>
              <a:tabLst/>
            </a:pPr>
            <a:endParaRPr lang="en-GB" sz="2400" kern="1200"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E2C5C-6261-857C-1BDA-B4FA97EE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769C5-6F1A-247D-97A7-321333363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640" y="1326600"/>
            <a:ext cx="9068400" cy="328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62F51-16D8-0144-1D24-FFB62ACE5C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67228-B2AC-0758-AE61-6B105658A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5371A-3184-CB78-FD4D-14F538C8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35A12FED-416C-4EDF-BB13-D0AF586DE22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678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4C458C8-1E4C-0F42-DE21-0FCF8090BFF9}"/>
              </a:ext>
            </a:extLst>
          </p:cNvPr>
          <p:cNvSpPr/>
          <p:nvPr/>
        </p:nvSpPr>
        <p:spPr>
          <a:xfrm>
            <a:off x="0" y="0"/>
            <a:ext cx="10076760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D84A1">
              <a:alpha val="45000"/>
            </a:srgbClr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0" tIns="0" rIns="0" bIns="0" anchor="ctr" anchorCtr="0">
            <a:noAutofit/>
          </a:bodyPr>
          <a:lstStyle/>
          <a:p>
            <a:pPr lvl="0" rtl="0" hangingPunct="0">
              <a:buNone/>
              <a:tabLst/>
            </a:pPr>
            <a:endParaRPr lang="en-GB" sz="2400" kern="1200"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948746-1BD5-9859-E7F4-E60FD7661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324A1-9D07-DBFD-78C8-F99F88222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76BE3-19D0-0683-E371-860CC62D0A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5C30D-FE9F-1AEE-1276-BA4AA8DBA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27F50-E37A-D027-9826-95803AFC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B8B58231-7D0A-447E-8ED8-2DBEF2C4CB3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6995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EFB39A7-B429-F9CF-591B-53FDC7619AC3}"/>
              </a:ext>
            </a:extLst>
          </p:cNvPr>
          <p:cNvSpPr/>
          <p:nvPr/>
        </p:nvSpPr>
        <p:spPr>
          <a:xfrm>
            <a:off x="0" y="0"/>
            <a:ext cx="10076760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D84A1">
              <a:alpha val="45000"/>
            </a:srgbClr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0" tIns="0" rIns="0" bIns="0" anchor="ctr" anchorCtr="0">
            <a:noAutofit/>
          </a:bodyPr>
          <a:lstStyle/>
          <a:p>
            <a:pPr lvl="0" rtl="0" hangingPunct="0">
              <a:buNone/>
              <a:tabLst/>
            </a:pPr>
            <a:endParaRPr lang="en-GB" sz="2400" kern="1200"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B423F-DC7C-1CDA-44E3-75992941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20E01-645C-2DDF-01D9-981762015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F2EBA-C5F0-A249-4D96-4B0AD7EAC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276D5-1827-3CF7-F033-5432EC9B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DEA11-69DB-3946-1FAC-4C20A9280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2B1D9-BFED-4EB7-71D1-3E9070552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8066D5F7-0BDB-4DA9-B3F0-0689A52F6D0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525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2CE8D9-5764-5DFA-3A68-76E23A929E42}"/>
              </a:ext>
            </a:extLst>
          </p:cNvPr>
          <p:cNvSpPr/>
          <p:nvPr/>
        </p:nvSpPr>
        <p:spPr>
          <a:xfrm>
            <a:off x="0" y="0"/>
            <a:ext cx="10076760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D84A1">
              <a:alpha val="45000"/>
            </a:srgbClr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0" tIns="0" rIns="0" bIns="0" anchor="ctr" anchorCtr="0">
            <a:noAutofit/>
          </a:bodyPr>
          <a:lstStyle/>
          <a:p>
            <a:pPr lvl="0" rtl="0" hangingPunct="0">
              <a:buNone/>
              <a:tabLst/>
            </a:pPr>
            <a:endParaRPr lang="en-GB" sz="2400" kern="1200"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9CF3D-CAAA-A94A-7C1A-B06D7F12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BDBD9-4C0B-C7A9-AAA2-8DE60981E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FDAF7-1952-5C8B-1DFA-8D1CCE40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264E4-DA36-3493-B4F6-A6F215067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4B510B-1166-C257-6E1B-DB843411D2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AA45F5-C225-7C97-5AB9-1E62B3FD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5E696B-D7FB-B76A-1B26-12DDDFD2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8EFCE0-ACF4-4F41-FDA0-AF4E8290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83DA45EA-03A6-45C2-9226-8370B4FF8BC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60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2B77364-CB7B-511B-23D7-15C73C5AA77C}"/>
              </a:ext>
            </a:extLst>
          </p:cNvPr>
          <p:cNvSpPr/>
          <p:nvPr/>
        </p:nvSpPr>
        <p:spPr>
          <a:xfrm>
            <a:off x="0" y="0"/>
            <a:ext cx="10076760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D84A1">
              <a:alpha val="45000"/>
            </a:srgbClr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0" tIns="0" rIns="0" bIns="0" anchor="ctr" anchorCtr="0">
            <a:noAutofit/>
          </a:bodyPr>
          <a:lstStyle/>
          <a:p>
            <a:pPr lvl="0" rtl="0" hangingPunct="0">
              <a:buNone/>
              <a:tabLst/>
            </a:pPr>
            <a:endParaRPr lang="en-GB" sz="2400" kern="1200"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71C7CD-F1D0-A033-A2E8-38F81C62F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337641-60E9-E708-0AEA-EC17949360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19BCB-164B-43D5-78F3-35D56137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E70C4-F99D-F00F-BD65-431818C8D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7AD3FDFA-8903-48F4-B2F4-2AF57046645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247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65C4E8E-F242-3867-0ACC-99306D601380}"/>
              </a:ext>
            </a:extLst>
          </p:cNvPr>
          <p:cNvSpPr/>
          <p:nvPr/>
        </p:nvSpPr>
        <p:spPr>
          <a:xfrm>
            <a:off x="0" y="0"/>
            <a:ext cx="10076760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D84A1">
              <a:alpha val="45000"/>
            </a:srgbClr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0" tIns="0" rIns="0" bIns="0" anchor="ctr" anchorCtr="0">
            <a:noAutofit/>
          </a:bodyPr>
          <a:lstStyle/>
          <a:p>
            <a:pPr lvl="0" rtl="0" hangingPunct="0">
              <a:buNone/>
              <a:tabLst/>
            </a:pPr>
            <a:endParaRPr lang="en-GB" sz="2400" kern="1200"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ED9BF0-FCDA-D1C4-36BE-6602E25E4A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303EC7-8695-3B28-06A4-725509CA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395D6-F874-2E5F-34A2-E24A1379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311CDCB2-E58C-4AF4-BAEC-773998ABB50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23630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85E5212-A946-A372-AA6E-37E556840886}"/>
              </a:ext>
            </a:extLst>
          </p:cNvPr>
          <p:cNvSpPr/>
          <p:nvPr/>
        </p:nvSpPr>
        <p:spPr>
          <a:xfrm>
            <a:off x="0" y="0"/>
            <a:ext cx="10076760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D84A1">
              <a:alpha val="45000"/>
            </a:srgbClr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0" tIns="0" rIns="0" bIns="0" anchor="ctr" anchorCtr="0">
            <a:noAutofit/>
          </a:bodyPr>
          <a:lstStyle/>
          <a:p>
            <a:pPr lvl="0" rtl="0" hangingPunct="0">
              <a:buNone/>
              <a:tabLst/>
            </a:pPr>
            <a:endParaRPr lang="en-GB" sz="2400" kern="1200"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D3DBC8-EC7F-35BC-181F-2B9EFB64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25267-E72E-B58C-CDE6-D31F6740B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DB5ED-8761-43D7-6634-047F3B7DD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4AB33-DF0D-D490-BDD7-1EB6F71D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D9DFB-3512-6D12-15AA-475D0974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701C5-3EE2-3E4F-CD87-CB325438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62A9E528-09BA-4627-A97B-E4603AC403E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581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C00D0A0-8B34-EF24-EF9E-810D93B0DD37}"/>
              </a:ext>
            </a:extLst>
          </p:cNvPr>
          <p:cNvSpPr/>
          <p:nvPr/>
        </p:nvSpPr>
        <p:spPr>
          <a:xfrm>
            <a:off x="0" y="0"/>
            <a:ext cx="10076760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D84A1">
              <a:alpha val="45000"/>
            </a:srgbClr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0" tIns="0" rIns="0" bIns="0" anchor="ctr" anchorCtr="0">
            <a:noAutofit/>
          </a:bodyPr>
          <a:lstStyle/>
          <a:p>
            <a:pPr lvl="0" rtl="0" hangingPunct="0">
              <a:buNone/>
              <a:tabLst/>
            </a:pPr>
            <a:endParaRPr lang="en-GB" sz="2400" kern="1200"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8DE35-FFC7-4978-695B-D4C6121A4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3EDF59-638D-2419-3FE7-B0CA62CC7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0FE21-904C-DD54-6F81-47F7012BF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F4457-00F5-9B0E-BED1-F5F141BE50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15370-478D-7274-2F89-1B51B9ADE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6BD2F-D3DC-FEE8-CEF3-454F8EAA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997DB085-87E4-4B94-A315-6769CFE4F6F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236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4C9A919-65AA-3043-805A-0E084C8B52A9}"/>
              </a:ext>
            </a:extLst>
          </p:cNvPr>
          <p:cNvSpPr/>
          <p:nvPr/>
        </p:nvSpPr>
        <p:spPr>
          <a:xfrm>
            <a:off x="0" y="0"/>
            <a:ext cx="10076760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D84A1">
              <a:alpha val="45000"/>
            </a:srgbClr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0" tIns="0" rIns="0" bIns="0" anchor="ctr" anchorCtr="0">
            <a:noAutofit/>
          </a:bodyPr>
          <a:lstStyle/>
          <a:p>
            <a:pPr lvl="0" rtl="0" hangingPunct="0">
              <a:buNone/>
              <a:tabLst/>
            </a:pPr>
            <a:endParaRPr lang="en-GB" sz="2400" kern="1200"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EB61B-8DD4-3142-F22D-5014DCD56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8828F-306B-A6A6-C9D5-657A2FB6C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640" y="1326600"/>
            <a:ext cx="9068400" cy="32875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95F18-D616-E671-21DF-CF2A347D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1A69C-3FBF-1376-65C3-57D4AF64B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44E81-12F0-EBD7-62AF-60E86B9A1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DAB83FAF-3B2C-4F87-BD26-27F319E10E8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4090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4FD8EA4-52D4-DC1C-D08E-E7740FBE4FC3}"/>
              </a:ext>
            </a:extLst>
          </p:cNvPr>
          <p:cNvSpPr/>
          <p:nvPr/>
        </p:nvSpPr>
        <p:spPr>
          <a:xfrm>
            <a:off x="0" y="0"/>
            <a:ext cx="10076760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D84A1">
              <a:alpha val="45000"/>
            </a:srgbClr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0" tIns="0" rIns="0" bIns="0" anchor="ctr" anchorCtr="0">
            <a:noAutofit/>
          </a:bodyPr>
          <a:lstStyle/>
          <a:p>
            <a:pPr lvl="0" rtl="0" hangingPunct="0">
              <a:buNone/>
              <a:tabLst/>
            </a:pPr>
            <a:endParaRPr lang="en-GB" sz="2400" kern="1200"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3B3C20-C3BA-7DE9-C6AC-DBABD2C7D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3B264-A462-1AF1-8F2C-CC95BA2F5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B4DE4-AC7E-34A5-0633-7C905020DE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A7D18-722E-2F66-16CD-4478D08A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AED31-A4E9-5913-E4D5-CE64B0D7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0FF93776-2A05-49D3-8940-160447C31A8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9951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B43ACA-F0C7-437E-5B49-7B02416CBA0C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60" y="360"/>
            <a:ext cx="24678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190766-8546-9E4B-18FD-EDDF347C4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A2F02-08AE-C18B-79DE-16B8870AD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BFC84-11C1-3BC3-860D-6D0281618A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417B6-E1FF-F40D-1A75-D068B0D95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0B695-E258-B4D0-889E-92478D1F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1657B940-BE1B-4519-879D-98FF1A956B3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3213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CBEE23-2229-CA08-6787-1F07EF83CD66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60" y="360"/>
            <a:ext cx="24678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7F7042-C23B-5775-45F5-A61F3E5F6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C126F-B08E-C4E9-BEA2-23F2384DC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640" y="1326600"/>
            <a:ext cx="9068400" cy="328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AA45B-0001-9988-261C-4416E9621B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F891-6DE0-7CD7-0937-F34E90988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44F86-AFBF-CC25-41B2-7376C36BB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3A5367A0-164F-456B-93EC-BB104413B48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8521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B6D05BB-C485-28A7-3BDE-95FF93250A34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60" y="360"/>
            <a:ext cx="24678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D76B01-E63A-1449-9B6F-A04C3E5E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573C0-C048-315A-E38C-399C819C6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38C3B-8F9B-BD88-54CF-936B17FF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7C93D-88CC-7391-CD70-B6301589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38D7E-83E1-C591-39E1-6691472A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BBC8B213-EA65-4CEE-A70E-79F7827DFA8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7155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83F00F-E518-D6E8-B182-CD14AF8DB996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60" y="360"/>
            <a:ext cx="24678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32C6F2-138F-4732-FA9D-71C7A198A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6B503-73A8-5963-FA8E-F1B9DB10F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A6F04-0123-6F8B-3D32-59258737C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B6710-93BA-03F5-0650-664541C3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20DC-8ECE-F2B6-3C1B-FC09903E9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161BF-C8DF-2152-09E7-B9C38F65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C11ECA90-6178-4EB0-922D-11EF5496464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9698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1969A37-22DB-D41E-C4AE-18351B51E95A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60" y="360"/>
            <a:ext cx="24678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90665B-AC31-F6F4-616E-BC5AF4961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AB2FA-D66A-2EDC-13D8-45EFC6F1B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9ED66-8D10-C277-8075-B3CBF7E97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F16593-9690-3429-1315-AC9FC7704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5486CB-777F-0DF5-67A4-2CB86AF5F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16C497-44DB-F872-D4B5-1AF551D6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EBC9D-014A-BD1D-BEB2-766B46C6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3F780-D83D-DCA3-692E-1ABCC5FA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0332327E-0B9F-4D8F-9F94-D87171749F8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8228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C9B01D-E5FC-FF13-8758-6357F239B0A6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60" y="360"/>
            <a:ext cx="24678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4798F2-4164-8D21-FCA2-54C8D2CDD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EA76E-0946-A5CD-0594-4D0B7A6A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A3120-0830-F6BD-7008-C47F07C42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49270-DEB1-3EF3-D9FB-5F7262776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B56B53BE-084C-49E5-9EA8-105685E214E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5094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EE5B31-338E-B435-A7A5-1B478D24523F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60" y="360"/>
            <a:ext cx="24678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DF8315-0905-283E-DD20-7AAED18A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536C3-EF3A-2864-3C27-D5F5115C2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878FC-7AA6-24F0-F9FC-14E24E3B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1C65A014-A4C1-462D-BEFF-03C0420C59A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094987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4C49A2-07F7-7427-EC6B-4F108B83DD77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60" y="360"/>
            <a:ext cx="24678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8933F9-D204-A57C-AD5A-77672640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8451B-2A19-032C-F328-536BB701D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2C15A-6237-D0CC-002A-446D5FE8C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C00D8-A893-946C-F11D-581AB8BB28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CE601-3488-874F-2163-F00E1CAAF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1E4B0-BA00-AF65-2DBC-727DFFDB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67CCDAD1-7F1A-4F8A-8610-89C5AB11ADD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5070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4E47845-B1CB-3B5C-D241-A6BC0774C3B4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60" y="360"/>
            <a:ext cx="24678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FD43AF-CD53-C4CB-7569-25919CA26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0F688-AA29-3C85-E461-E97FD1232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B4154-9F77-E80B-8D8A-101CB2045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0B200-4D52-7A4A-8A1D-6B3712200A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6C9BD-412C-5200-9D91-93D6AD78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15255-C49C-18DC-56E0-956C0B37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DF455B69-7F18-4BAE-9923-0EF37C2C5D9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2894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776517-C848-EB0B-0A67-61012D58C852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60" y="360"/>
            <a:ext cx="24678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5FE777-AED4-509D-7078-FEE01AE5C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84A3D-F326-1584-DFBF-63A591F3C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640" y="1326600"/>
            <a:ext cx="9068400" cy="32875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A4B7B-F0D5-91F1-E5AF-7AB60198D2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D51F6-139A-578F-462F-1EF8ED384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03B56-007F-9053-322F-84182E8A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EC4E934A-BB66-4243-8896-2E3B4146341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282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CF57AC-B400-3FC2-9B2D-03EFE1BE1A89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60" y="360"/>
            <a:ext cx="24678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D969D-6366-C30D-F147-A7859439B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D08C6F-1313-5D69-B7C0-DB3844AD3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44480-6533-856C-7EBC-A1A847DD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12A54-1E74-EC44-FF76-89104C01F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9D9FD-FF3D-29C6-82DA-CD60320F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76770CD4-6ED4-44F9-90E6-91683873D41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4435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9ED210-B780-6828-8FE9-D7AC73674DF7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 rot="16200000" flipH="1">
            <a:off x="3804660" y="-3804300"/>
            <a:ext cx="2468160" cy="10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F546A7-0085-BD0F-699A-A3FE7546D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DB996-77FA-19D5-E413-695C6FC34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1E19C-B087-ADCA-1A07-17FB4C42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C6A78-9127-316E-E890-B63151186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4EEE8-C757-B351-7BF7-8497E47B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44797C5D-F000-4513-9227-C16CCE02D54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6866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0F5BB8-A8E6-3BB5-68D5-74DC740F5755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 rot="16200000" flipH="1">
            <a:off x="3804660" y="-3804300"/>
            <a:ext cx="2468160" cy="10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270B3A-74FA-566E-BDDD-5058A5B5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6EE19-055D-648F-6B92-3FBBE7E26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640" y="1326600"/>
            <a:ext cx="9068400" cy="328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ED91C-C961-A297-3776-3CD0123C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02616-BD40-D72F-85C2-EFEC26379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EEBFF-1212-E6AE-307A-32CEDBCD6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005ED8CC-456D-4840-BF8D-9F880574D09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9257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951FCD-09BB-46B3-F309-C6CEA1C13270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 rot="16200000" flipH="1">
            <a:off x="3804660" y="-3804300"/>
            <a:ext cx="2468160" cy="10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E3595-3DFF-03C3-73B5-96D5C031D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F15FF-1811-3B47-D187-30D4037D1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A5F58-7068-6F74-7BF1-89C080D566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A903B-F3CF-154F-E05F-757DCE83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332E2-5558-9ADC-1032-C3D2EC3D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F15CD42C-A368-41B3-934E-B5EFF040B11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944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5C1B486-2F88-B5D7-07C7-5A54BF6E82C9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 rot="16200000" flipH="1">
            <a:off x="3804660" y="-3804300"/>
            <a:ext cx="2468160" cy="10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2DB24C-59C3-6963-DFCD-E1E7C8FC5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6E4E5-1679-8C52-1D7C-5C59208F9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A0033-982D-81B6-8B56-56C74B369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C5F4A-280D-243D-7256-0296D3AE05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44C9C-5DE7-8D53-FFC6-A8D5F6E4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37EC9-D789-7543-5A34-9A1DC8A99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9261848B-6D97-4190-96AD-448D9E0BE49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2914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9169E8E-38B5-7672-13E1-A0863C8CE40F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 rot="16200000" flipH="1">
            <a:off x="3804660" y="-3804300"/>
            <a:ext cx="2468160" cy="10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F3528A-C087-B79B-DDA1-19E7EBA8F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08553-0C98-88C3-2CBA-D7A034D59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21B8B-C564-5244-2D34-AC557D942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00DFFE-6057-E90D-641B-B27171A61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C8914D-E4B4-6307-AD72-047AECA42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B8D6C4-D40E-1DF9-2BBD-0D0A1C0ECB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348393-BC3A-B5F1-E07B-10DF3970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0E9D67-DEED-A255-B8E4-D59FCD7A3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5D4704A0-9570-43FB-B802-91335F1A131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5296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9E2E03-66A4-FA38-5A3B-CA29C355A783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 rot="16200000" flipH="1">
            <a:off x="3804660" y="-3804300"/>
            <a:ext cx="2468160" cy="10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B22495-D814-CE67-5A61-030026D61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C6D2C3-DCF3-6206-AF45-0E451A0B48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DFBDAC-DCA2-FF04-3352-6E564728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1BDEA-3BFC-7209-0881-830686D8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195E75DD-AF6C-4ED6-B61D-7060122D8C6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385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FEFC71-5723-C762-71FD-9C57121BAA7D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 rot="16200000" flipH="1">
            <a:off x="3804660" y="-3804300"/>
            <a:ext cx="2468160" cy="10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0DA14-77CD-746C-CB06-B51DDD8F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4CD855-1AEE-4C98-D822-CA1C0D3A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C404B-15B5-A75C-FA15-F5E11EC4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0B6764AC-B11C-4AF8-89A5-AA8A4070367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678230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9CCC78-1695-4CA6-D17F-CCA9747A57B9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 rot="16200000" flipH="1">
            <a:off x="3804660" y="-3804300"/>
            <a:ext cx="2468160" cy="10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9E3E28-55F3-2EE8-13C8-CFF42D9F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AF6AC-500D-E8C2-B291-F2534905D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ACF68-39F6-AEC1-2E14-35D7ECFDA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EE8BE-1D04-381D-DC63-B006CE84ED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FCD55-7533-8A1F-AE18-4AB037A4E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2FBC8-E202-82C4-2806-41A09803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380518E1-6272-4073-B5A2-75A9B4A77E9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963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EAEAF6-D965-F102-8A55-3D038C6FE4DD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 rot="16200000" flipH="1">
            <a:off x="3804660" y="-3804300"/>
            <a:ext cx="2468160" cy="10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0D7003-D76E-2888-5B75-B0D9F3BB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1BE80F-43CE-3AB5-69EA-F63CF37A77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316B4-E8F7-3F38-3B30-3A9DCFE15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0F517-6B12-DEE4-5569-035E591A92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CC74F-BADA-CB9E-2CB6-510E194EB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7E732-2047-B3C3-0BE3-2E403BAA6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0D7281D2-8C2D-4B6E-B16B-32BD4CAAC6D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4049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44728E-AB0D-9BFA-94D2-0BD9D69137C1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 rot="16200000" flipH="1">
            <a:off x="3804660" y="-3804300"/>
            <a:ext cx="2468160" cy="10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0566AA-862E-060A-8325-EA71C9B4C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569C2-DCF0-E22C-E418-3D2DC7902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640" y="1326600"/>
            <a:ext cx="9068400" cy="32875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DDEDC-E6A0-206D-B012-A53030FB20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DFF12-04E7-F409-E812-C302E0D7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1EDF9-8A1F-5A22-0995-E6947B49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00B0635F-68A6-4EDB-99DE-1101618A3A3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6474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1D2740A-F1A0-1152-0893-8DF85B8A6447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 rot="16200000" flipH="1">
            <a:off x="3804660" y="-3804300"/>
            <a:ext cx="2468160" cy="10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AF711-2C15-35A8-A034-487E4D25F8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27611-9D04-7E7F-4251-24D88F44F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59D37-827C-4AF7-5276-634728A33D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1A862-A7AE-8BC3-3DF9-5259F7F0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5618F-57F2-B683-B208-D92B6D1D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2B568867-696A-4FC2-8A89-E79B05E4E34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3986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2D4FF5-0B42-250A-A6EA-C62EA2AB3436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943600" y="3475440"/>
            <a:ext cx="4111200" cy="21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8159BB-17DB-1FB5-B37A-21CB57FAE00E}"/>
              </a:ext>
            </a:extLst>
          </p:cNvPr>
          <p:cNvPicPr>
            <a:picLocks noMove="1" noResize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52160" y="360"/>
            <a:ext cx="2742840" cy="2011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5FCBFF-E0EC-261A-2A56-440382BCD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D08E5C-1D67-B8F8-7B86-01786FB32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7F44D-712C-3B00-9CA9-4A972A988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C63CE-2C23-6F6E-BEC3-3B685C6E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FEA96-51A6-2E16-F99A-5C2511BD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E060C4A2-3D07-401A-B70E-EB756C89CE0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261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970717-CF00-A4AC-9F19-47A77C25363E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943600" y="3475440"/>
            <a:ext cx="4111200" cy="21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9A6B57-7802-5CE4-CF09-2037DF863514}"/>
              </a:ext>
            </a:extLst>
          </p:cNvPr>
          <p:cNvPicPr>
            <a:picLocks noMove="1" noResize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52160" y="360"/>
            <a:ext cx="2742840" cy="2011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125A40-B917-1DEB-77D3-C4363109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C372E-04DA-8EC9-F198-F8B095CF9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640" y="1326600"/>
            <a:ext cx="9068400" cy="328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AB11C-2900-E362-CA81-C467D8562A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B2555-9372-C8A6-39EF-563B6E528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37145-D17A-3ACF-EA9F-F15E5433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CA794A0D-4929-4A10-8EB1-5BA2DB373EE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903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57D014-11D1-A00A-1EF7-DF07BC73C00D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943600" y="3475440"/>
            <a:ext cx="4111200" cy="21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21EA2A-4B35-9B02-433A-FB2F5FBCED63}"/>
              </a:ext>
            </a:extLst>
          </p:cNvPr>
          <p:cNvPicPr>
            <a:picLocks noMove="1" noResize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52160" y="360"/>
            <a:ext cx="2742840" cy="2011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DB84D5-BC18-54D0-40DC-496E6B4DB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56720-FD35-639A-815D-1494F3E9C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63C3-1C4C-4A40-EDB5-B6FC2E8230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4BD80-43D3-4ACC-95B4-9DEC2AD9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FDFC4-FD39-FBB5-04B9-2C3DB3EF9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2F1EE5D4-8F81-4263-BF08-362C968BC6D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1695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893D2D5-8228-4529-6EE2-CC77E87C43CF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943600" y="3475440"/>
            <a:ext cx="4111200" cy="21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C193A3-062F-1454-F892-055E696F399C}"/>
              </a:ext>
            </a:extLst>
          </p:cNvPr>
          <p:cNvPicPr>
            <a:picLocks noMove="1" noResize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52160" y="360"/>
            <a:ext cx="2742840" cy="2011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B0FF4F-914F-FA1F-98C9-F7113F770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9C01E-63A4-4CF2-68ED-6F204BE6F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47C00-C10B-A1DD-0E91-D6DDC7804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03890-6CD9-461E-A1F9-D35F0CD065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3BFC6-4403-5828-C071-01245F3D5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49BC5-FE04-17C2-1D51-AA472ECE4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9CB43F0C-EC42-49D3-AEF1-CFCDC2882AE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9548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09A72C3-51F4-7856-8645-8345D83568DD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943600" y="3475440"/>
            <a:ext cx="4111200" cy="21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671DAD-7C7B-238C-5341-079F65A75404}"/>
              </a:ext>
            </a:extLst>
          </p:cNvPr>
          <p:cNvPicPr>
            <a:picLocks noMove="1" noResize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52160" y="360"/>
            <a:ext cx="2742840" cy="2011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C62D8D-B426-71BE-411C-5DF5CE4AB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E690C-9DA2-8D4B-3471-0EBE6395F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E3285-9A93-5A78-BFDC-205742D0E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EE0A12-DFC2-78C4-E46A-E19AAF180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1DE8E6-9084-C668-6689-74F9CBF5B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BD0A03-791D-B63D-EB37-3CBA3E01BF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C2C910-5F38-DCE1-5B62-85AA5312E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CA89D-E7E7-3F16-CE86-3CAACC1E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AD6D1A40-A72A-448A-9C1F-85EC454E253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12241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02B3A0-F8CB-5630-DE93-C1DC4C8238DE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943600" y="3475440"/>
            <a:ext cx="4111200" cy="21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F9AF5C-7D16-3A43-853A-DBA0528C5DF2}"/>
              </a:ext>
            </a:extLst>
          </p:cNvPr>
          <p:cNvPicPr>
            <a:picLocks noMove="1" noResize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52160" y="360"/>
            <a:ext cx="2742840" cy="2011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B2BC3F-402A-BE3D-615C-1D85200DF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70A87-2419-1CA2-31CC-D1979E45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45E53-F8FD-5BDE-1F38-271956661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0D9BEC-1BBD-D48A-56C8-AD0C0879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62115C32-E7F9-469A-A62B-69AA4F18B87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11411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270516-2158-4A3C-E663-84AD8E71982D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943600" y="3475440"/>
            <a:ext cx="4111200" cy="21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4126C5-D854-C892-3F30-AAA5D996C7C5}"/>
              </a:ext>
            </a:extLst>
          </p:cNvPr>
          <p:cNvPicPr>
            <a:picLocks noMove="1" noResize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52160" y="360"/>
            <a:ext cx="2742840" cy="2011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1B6862-B446-28BE-A455-92E758082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7C418-9E6D-016E-EB08-B7474DC22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6D8D1-DA2C-A12B-DE48-EE698704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065E4EED-7CD8-4387-B5AB-D49679E8440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7873278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B0D147-11F2-0B23-9486-EB99E492B241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943600" y="3475440"/>
            <a:ext cx="4111200" cy="21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645D80-2340-B898-300B-ABBC2FE09700}"/>
              </a:ext>
            </a:extLst>
          </p:cNvPr>
          <p:cNvPicPr>
            <a:picLocks noMove="1" noResize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52160" y="360"/>
            <a:ext cx="2742840" cy="2011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505338-B2F2-35CB-FA4C-84EC35A66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63CB3-F1E9-DCA2-6F6C-4F1A45627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95926-747E-4D1A-6CFC-1BBC1342F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6FB1A-8E3A-1948-B358-01C0F5899A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9A4D2-DEB7-436F-00B5-2B567D0FE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14AD1-1709-B5AF-0525-01215F2D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C526419B-850B-49D5-9B60-AA3BA4CA679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8201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64859F-04ED-F691-324E-713BDAA57BE0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943600" y="3475440"/>
            <a:ext cx="4111200" cy="21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AA4590-47DD-60EB-1C1C-6C426AC882A4}"/>
              </a:ext>
            </a:extLst>
          </p:cNvPr>
          <p:cNvPicPr>
            <a:picLocks noMove="1" noResize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52160" y="360"/>
            <a:ext cx="2742840" cy="2011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5F094E-DF11-D6CD-CD87-AD38F9D91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608B5E-F097-A8B2-354F-647B4BFBD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1979E-77C2-361B-A52C-103A94B1B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373B3-5868-D0EC-1DFB-6E216AC2C8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25982-9BF6-8D23-956E-36C4810F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03A29-1629-49D3-CA7F-15E7841DA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0EA0BD42-1B7E-4C12-9587-749AA3AC0B7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67585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56C473-45EF-32D2-6DE2-EB0BA140E4B0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943600" y="3475440"/>
            <a:ext cx="4111200" cy="21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271AC1-6E94-94D3-6170-454F38727218}"/>
              </a:ext>
            </a:extLst>
          </p:cNvPr>
          <p:cNvPicPr>
            <a:picLocks noMove="1" noResize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52160" y="360"/>
            <a:ext cx="2742840" cy="2011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4992B-1C83-2337-D64D-62261EA4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DF83B-7D67-6F9F-D47F-EDFEC9300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640" y="1326600"/>
            <a:ext cx="9068400" cy="32875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3E2F6-8D9C-3EA1-E050-25DD8919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9E63-6B59-08FC-7DCA-C951FB3C2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427E0-1169-55BA-21B1-C06B1A2F7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58C9767B-0265-4505-9D82-625C087E929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67316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A20A9F-EF79-5270-0F74-F98CF664D83C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943600" y="3475440"/>
            <a:ext cx="4111200" cy="21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763C6E-6CA8-5022-36A6-CBF681CCC19C}"/>
              </a:ext>
            </a:extLst>
          </p:cNvPr>
          <p:cNvPicPr>
            <a:picLocks noMove="1" noResize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52160" y="360"/>
            <a:ext cx="2742840" cy="2011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9F083C-06BD-2EC3-EDE8-7F8ED866A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A2A832-C6E4-2718-162B-C385A3927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F7A92-1D9A-5739-5A6D-04AFC7CF0D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BDEBF-81D3-287B-C015-D77C4AD20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37E92-28BB-1525-DC97-43DEBBA7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AC6091B4-5A1A-4231-AB11-5C933DBC233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19110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DDEAC31-B077-6046-6E5B-7E2556202402}"/>
              </a:ext>
            </a:extLst>
          </p:cNvPr>
          <p:cNvSpPr/>
          <p:nvPr/>
        </p:nvSpPr>
        <p:spPr>
          <a:xfrm>
            <a:off x="0" y="365760"/>
            <a:ext cx="338328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9D1C59-4809-DE7D-E7C0-2A5219120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D2360-0FBC-AFAE-E75D-DEF11C359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683BB-02AE-809E-04EB-EB863C6771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A09B5-9D86-B0DD-A225-0AB9A7014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3382C-D099-008A-1AFE-3C8DB93C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3D841849-B4BB-4EC9-9110-E9EAAF14B7B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0795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80461FD-37E5-CAF4-D9B3-67E4E0B862C6}"/>
              </a:ext>
            </a:extLst>
          </p:cNvPr>
          <p:cNvSpPr/>
          <p:nvPr/>
        </p:nvSpPr>
        <p:spPr>
          <a:xfrm>
            <a:off x="0" y="365760"/>
            <a:ext cx="338328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7F27F-32FD-D322-555E-DB51553F9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DEAE7-7D14-EAB1-BA82-E86484D08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640" y="1326600"/>
            <a:ext cx="9068400" cy="328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5B5A6-401F-7A52-C92A-85B6FE2786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FB598-9AE4-48B7-C0FB-5EB6FBC5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032BB-E2B6-BBBD-B6B6-39B35EDA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611090C8-0BCD-4906-93BF-4E37BE6B692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65050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904A000-ED09-C675-3D65-EA37E367C2BB}"/>
              </a:ext>
            </a:extLst>
          </p:cNvPr>
          <p:cNvSpPr/>
          <p:nvPr/>
        </p:nvSpPr>
        <p:spPr>
          <a:xfrm>
            <a:off x="0" y="365760"/>
            <a:ext cx="338328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2B8EC6-7495-7D67-3355-EA4EE7470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6DA51-3D9D-CC97-7F28-094E78AEB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12913-CFA3-DE67-6139-6BA5737DA3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1CAC2-AA03-81A9-B6A4-74C269340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D3969-800B-BCF0-00D3-94E00A30F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B2865EE7-5447-4A2B-957B-045485C2FBE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39551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8A926D4-6D9B-ADFC-7DA9-D0AB187E8B0B}"/>
              </a:ext>
            </a:extLst>
          </p:cNvPr>
          <p:cNvSpPr/>
          <p:nvPr/>
        </p:nvSpPr>
        <p:spPr>
          <a:xfrm>
            <a:off x="0" y="365760"/>
            <a:ext cx="338328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B5D84-8443-A28F-1B73-67B59818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E83A9-65B2-E20C-C17E-61088368A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DAA47-980D-04C7-30C2-54C0F1645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86AE1-2BEB-808D-4715-078ACDFAFF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B2C2C-9A25-49CF-2F0A-EDCDCAD8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83869-1CC4-F5D4-CAE4-65AC51AEF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6B14BD76-5938-4F83-835B-0AFC84E8CEA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1046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4B34424-2B22-64F5-ACAA-5F49CD1BFCDC}"/>
              </a:ext>
            </a:extLst>
          </p:cNvPr>
          <p:cNvSpPr/>
          <p:nvPr/>
        </p:nvSpPr>
        <p:spPr>
          <a:xfrm>
            <a:off x="0" y="365760"/>
            <a:ext cx="338328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578413-ED8C-AF3E-4274-CBBCBA048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3C68C-E4C3-47B8-2533-97C4998B2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8D059-77E4-C9E7-A431-20A2083F8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2BF98-06D5-E3C2-026B-0B87BF515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C6868-4AC6-04E6-B8F3-B3575D016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97686B-F952-2469-7E9F-A43ACDD41E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89559A-2692-5CE8-E7B4-907059AC0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E63248-1175-54B0-6D70-DF1630866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34CA9651-981C-4D0B-985D-203AB9077F4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3452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17DA3AB-58D1-7D02-B298-B2F516B1146B}"/>
              </a:ext>
            </a:extLst>
          </p:cNvPr>
          <p:cNvSpPr/>
          <p:nvPr/>
        </p:nvSpPr>
        <p:spPr>
          <a:xfrm>
            <a:off x="0" y="365760"/>
            <a:ext cx="338328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6EC0B6-5C19-EE5C-0C20-3BFD6FC8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225F4-DB1B-0AA2-9755-85AFE052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4968C-CC3A-DCD1-8BA6-F2D3BBD55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49D85-9A8A-84AD-6E25-0AE43ADCE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36CB5474-A2FA-4443-B65C-620E7E39760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08062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47ECC99-F604-D4CB-24C9-D28DC154547B}"/>
              </a:ext>
            </a:extLst>
          </p:cNvPr>
          <p:cNvSpPr/>
          <p:nvPr/>
        </p:nvSpPr>
        <p:spPr>
          <a:xfrm>
            <a:off x="0" y="365760"/>
            <a:ext cx="338328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163497-F2D8-6952-F7D6-AE9762A5B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1780A7-637F-0C75-2B34-065B90F4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B23B2-34F0-FEAF-579C-196DA7A1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537A8A71-C79A-49A0-8868-ECAA79A6990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149210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E816E83-33CE-2514-A9A7-B17678468608}"/>
              </a:ext>
            </a:extLst>
          </p:cNvPr>
          <p:cNvSpPr/>
          <p:nvPr/>
        </p:nvSpPr>
        <p:spPr>
          <a:xfrm>
            <a:off x="0" y="365760"/>
            <a:ext cx="338328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DE65A0-D1E1-ECB4-47F1-CA46C508D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9D9F2-837F-409C-11FF-22449249E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A94C7-2DBC-1DEF-77C3-0673699C0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0EE01-B35B-1665-14A7-6AC60D43F6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B090A-D1D8-E4A7-A697-70DA234A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E103E-D700-33E1-4F89-9E37F4FB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27E7134A-4579-4C72-BD24-1BE0CB42DC9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12519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3D88A1-BFD0-B162-45D3-DA8CE691699C}"/>
              </a:ext>
            </a:extLst>
          </p:cNvPr>
          <p:cNvSpPr/>
          <p:nvPr/>
        </p:nvSpPr>
        <p:spPr>
          <a:xfrm>
            <a:off x="0" y="365760"/>
            <a:ext cx="338328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73EED-6518-A02B-8E6E-AFB7E3A8C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A10D34-6B65-B474-67A2-9012D80FD1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77867-2E69-CDD8-AD82-AEEDB03A4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FC697-A06A-0EA4-D824-8C80672E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868B6-1FD1-5C0A-2AF6-E8039B6D0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55991-7189-9442-9C9D-FE2431C3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9D0269C2-230A-4B2A-A8B2-DB18F3F7080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91621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6BE5A62-AAAD-8F23-9AA6-A4739938FAAD}"/>
              </a:ext>
            </a:extLst>
          </p:cNvPr>
          <p:cNvSpPr/>
          <p:nvPr/>
        </p:nvSpPr>
        <p:spPr>
          <a:xfrm>
            <a:off x="0" y="365760"/>
            <a:ext cx="338328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12FC77-5162-799A-C6F3-5229E2DB8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DEB06-FE37-D409-18D9-286D23D38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640" y="1326600"/>
            <a:ext cx="9068400" cy="32875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9E59-E68B-1F65-D78E-7F55078F4B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9D04A-6F97-7874-9A6A-8C77857E4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52F0D-982D-FCF1-DA4F-FDA07426C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ABF11EA2-018C-4093-B8DA-4C9113D06BA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18216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BBB2A47-994E-8B4B-64D9-41AFB193F0AC}"/>
              </a:ext>
            </a:extLst>
          </p:cNvPr>
          <p:cNvSpPr/>
          <p:nvPr/>
        </p:nvSpPr>
        <p:spPr>
          <a:xfrm>
            <a:off x="0" y="365760"/>
            <a:ext cx="338328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54D03-3ADC-4810-227B-4786A9526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37162-D803-773D-E239-E3C974DDB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D43E7-5F80-FA8E-EE80-B15BE9DA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AA0EC-E982-0CB3-F129-5AFA1FD25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46391-5FCA-7C04-F61B-6884754E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7F41C53F-09F7-475E-AAAB-D1017050EFA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56928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8A45F6C-F7FF-2F1B-EF94-2C5C2B90352A}"/>
              </a:ext>
            </a:extLst>
          </p:cNvPr>
          <p:cNvSpPr>
            <a:spLocks noMove="1" noResize="1"/>
          </p:cNvSpPr>
          <p:nvPr/>
        </p:nvSpPr>
        <p:spPr>
          <a:xfrm>
            <a:off x="4115159" y="4846320"/>
            <a:ext cx="5961600" cy="82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561" h="2286">
                <a:moveTo>
                  <a:pt x="0" y="2286"/>
                </a:moveTo>
                <a:lnTo>
                  <a:pt x="16561" y="2286"/>
                </a:lnTo>
                <a:cubicBezTo>
                  <a:pt x="16561" y="2286"/>
                  <a:pt x="16561" y="762"/>
                  <a:pt x="16561" y="0"/>
                </a:cubicBezTo>
                <a:cubicBezTo>
                  <a:pt x="11041" y="729"/>
                  <a:pt x="5520" y="1457"/>
                  <a:pt x="0" y="2186"/>
                </a:cubicBezTo>
                <a:cubicBezTo>
                  <a:pt x="0" y="2219"/>
                  <a:pt x="0" y="2286"/>
                  <a:pt x="0" y="2286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54CA643-649F-D6E1-4E4D-5B94EBDB323C}"/>
              </a:ext>
            </a:extLst>
          </p:cNvPr>
          <p:cNvSpPr>
            <a:spLocks noMove="1" noResize="1"/>
          </p:cNvSpPr>
          <p:nvPr/>
        </p:nvSpPr>
        <p:spPr>
          <a:xfrm>
            <a:off x="360" y="0"/>
            <a:ext cx="10076400" cy="164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1" h="4572">
                <a:moveTo>
                  <a:pt x="27991" y="0"/>
                </a:moveTo>
                <a:cubicBezTo>
                  <a:pt x="18661" y="0"/>
                  <a:pt x="0" y="0"/>
                  <a:pt x="0" y="0"/>
                </a:cubicBezTo>
                <a:cubicBezTo>
                  <a:pt x="0" y="0"/>
                  <a:pt x="0" y="3048"/>
                  <a:pt x="0" y="4572"/>
                </a:cubicBezTo>
                <a:cubicBezTo>
                  <a:pt x="9330" y="3081"/>
                  <a:pt x="18661" y="1591"/>
                  <a:pt x="27991" y="100"/>
                </a:cubicBezTo>
                <a:cubicBezTo>
                  <a:pt x="27991" y="164"/>
                  <a:pt x="27991" y="227"/>
                  <a:pt x="27991" y="291"/>
                </a:cubicBezTo>
                <a:cubicBezTo>
                  <a:pt x="27991" y="301"/>
                  <a:pt x="27991" y="310"/>
                  <a:pt x="27991" y="320"/>
                </a:cubicBezTo>
                <a:lnTo>
                  <a:pt x="27991" y="321"/>
                </a:lnTo>
                <a:lnTo>
                  <a:pt x="27991" y="320"/>
                </a:lnTo>
                <a:cubicBezTo>
                  <a:pt x="27991" y="319"/>
                  <a:pt x="27991" y="318"/>
                  <a:pt x="27991" y="317"/>
                </a:cubicBezTo>
                <a:cubicBezTo>
                  <a:pt x="27991" y="310"/>
                  <a:pt x="27991" y="304"/>
                  <a:pt x="27991" y="297"/>
                </a:cubicBezTo>
                <a:cubicBezTo>
                  <a:pt x="27991" y="198"/>
                  <a:pt x="27991" y="99"/>
                  <a:pt x="27991" y="0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24B2-6039-A354-6E5E-EA1510486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10609-E37C-C3C8-2EE6-058AA40F3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A51B2-1DF5-6485-2C65-B046FCCB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C8606-DB8F-BC3C-C9C3-61666DD32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0D661-2680-FCEB-9B7A-248ADDDF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51582BBF-A52F-45D2-AD4A-A015F4F86DF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85402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C528EB2-6EE7-A9E3-6144-F1857B0C4CE3}"/>
              </a:ext>
            </a:extLst>
          </p:cNvPr>
          <p:cNvSpPr>
            <a:spLocks noMove="1" noResize="1"/>
          </p:cNvSpPr>
          <p:nvPr/>
        </p:nvSpPr>
        <p:spPr>
          <a:xfrm>
            <a:off x="4115159" y="4846320"/>
            <a:ext cx="5961600" cy="82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561" h="2286">
                <a:moveTo>
                  <a:pt x="0" y="2286"/>
                </a:moveTo>
                <a:lnTo>
                  <a:pt x="16561" y="2286"/>
                </a:lnTo>
                <a:cubicBezTo>
                  <a:pt x="16561" y="2286"/>
                  <a:pt x="16561" y="762"/>
                  <a:pt x="16561" y="0"/>
                </a:cubicBezTo>
                <a:cubicBezTo>
                  <a:pt x="11041" y="729"/>
                  <a:pt x="5520" y="1457"/>
                  <a:pt x="0" y="2186"/>
                </a:cubicBezTo>
                <a:cubicBezTo>
                  <a:pt x="0" y="2219"/>
                  <a:pt x="0" y="2286"/>
                  <a:pt x="0" y="2286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4ACDB4B-CD55-F85E-2122-7192A0D6FCA4}"/>
              </a:ext>
            </a:extLst>
          </p:cNvPr>
          <p:cNvSpPr>
            <a:spLocks noMove="1" noResize="1"/>
          </p:cNvSpPr>
          <p:nvPr/>
        </p:nvSpPr>
        <p:spPr>
          <a:xfrm>
            <a:off x="360" y="0"/>
            <a:ext cx="10076400" cy="164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1" h="4572">
                <a:moveTo>
                  <a:pt x="27991" y="0"/>
                </a:moveTo>
                <a:cubicBezTo>
                  <a:pt x="18661" y="0"/>
                  <a:pt x="0" y="0"/>
                  <a:pt x="0" y="0"/>
                </a:cubicBezTo>
                <a:cubicBezTo>
                  <a:pt x="0" y="0"/>
                  <a:pt x="0" y="3048"/>
                  <a:pt x="0" y="4572"/>
                </a:cubicBezTo>
                <a:cubicBezTo>
                  <a:pt x="9330" y="3081"/>
                  <a:pt x="18661" y="1591"/>
                  <a:pt x="27991" y="100"/>
                </a:cubicBezTo>
                <a:cubicBezTo>
                  <a:pt x="27991" y="164"/>
                  <a:pt x="27991" y="227"/>
                  <a:pt x="27991" y="291"/>
                </a:cubicBezTo>
                <a:cubicBezTo>
                  <a:pt x="27991" y="301"/>
                  <a:pt x="27991" y="310"/>
                  <a:pt x="27991" y="320"/>
                </a:cubicBezTo>
                <a:lnTo>
                  <a:pt x="27991" y="321"/>
                </a:lnTo>
                <a:lnTo>
                  <a:pt x="27991" y="320"/>
                </a:lnTo>
                <a:cubicBezTo>
                  <a:pt x="27991" y="319"/>
                  <a:pt x="27991" y="318"/>
                  <a:pt x="27991" y="317"/>
                </a:cubicBezTo>
                <a:cubicBezTo>
                  <a:pt x="27991" y="310"/>
                  <a:pt x="27991" y="304"/>
                  <a:pt x="27991" y="297"/>
                </a:cubicBezTo>
                <a:cubicBezTo>
                  <a:pt x="27991" y="198"/>
                  <a:pt x="27991" y="99"/>
                  <a:pt x="27991" y="0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4D8449-BACC-0E16-9889-80F1D97E5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F38E7-C8EF-0124-57B2-F70A41435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640" y="1326600"/>
            <a:ext cx="9068400" cy="328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D276-C6A2-8128-CD6F-956FAC9626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1D18D-D7A3-EA3E-11CB-CAFCFA350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485AA-6E0F-472C-38FE-E7FEBCA4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E79D8D33-DA98-4634-9C6A-292173B2EA0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9932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2D3B890-CA98-AC70-59FE-6F66EB62DAFF}"/>
              </a:ext>
            </a:extLst>
          </p:cNvPr>
          <p:cNvSpPr>
            <a:spLocks noMove="1" noResize="1"/>
          </p:cNvSpPr>
          <p:nvPr/>
        </p:nvSpPr>
        <p:spPr>
          <a:xfrm>
            <a:off x="4115159" y="4846320"/>
            <a:ext cx="5961600" cy="82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561" h="2286">
                <a:moveTo>
                  <a:pt x="0" y="2286"/>
                </a:moveTo>
                <a:lnTo>
                  <a:pt x="16561" y="2286"/>
                </a:lnTo>
                <a:cubicBezTo>
                  <a:pt x="16561" y="2286"/>
                  <a:pt x="16561" y="762"/>
                  <a:pt x="16561" y="0"/>
                </a:cubicBezTo>
                <a:cubicBezTo>
                  <a:pt x="11041" y="729"/>
                  <a:pt x="5520" y="1457"/>
                  <a:pt x="0" y="2186"/>
                </a:cubicBezTo>
                <a:cubicBezTo>
                  <a:pt x="0" y="2219"/>
                  <a:pt x="0" y="2286"/>
                  <a:pt x="0" y="2286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22E58E8-CAE0-B3E3-FA9C-08BBFBCE50E1}"/>
              </a:ext>
            </a:extLst>
          </p:cNvPr>
          <p:cNvSpPr>
            <a:spLocks noMove="1" noResize="1"/>
          </p:cNvSpPr>
          <p:nvPr/>
        </p:nvSpPr>
        <p:spPr>
          <a:xfrm>
            <a:off x="360" y="0"/>
            <a:ext cx="10076400" cy="164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1" h="4572">
                <a:moveTo>
                  <a:pt x="27991" y="0"/>
                </a:moveTo>
                <a:cubicBezTo>
                  <a:pt x="18661" y="0"/>
                  <a:pt x="0" y="0"/>
                  <a:pt x="0" y="0"/>
                </a:cubicBezTo>
                <a:cubicBezTo>
                  <a:pt x="0" y="0"/>
                  <a:pt x="0" y="3048"/>
                  <a:pt x="0" y="4572"/>
                </a:cubicBezTo>
                <a:cubicBezTo>
                  <a:pt x="9330" y="3081"/>
                  <a:pt x="18661" y="1591"/>
                  <a:pt x="27991" y="100"/>
                </a:cubicBezTo>
                <a:cubicBezTo>
                  <a:pt x="27991" y="164"/>
                  <a:pt x="27991" y="227"/>
                  <a:pt x="27991" y="291"/>
                </a:cubicBezTo>
                <a:cubicBezTo>
                  <a:pt x="27991" y="301"/>
                  <a:pt x="27991" y="310"/>
                  <a:pt x="27991" y="320"/>
                </a:cubicBezTo>
                <a:lnTo>
                  <a:pt x="27991" y="321"/>
                </a:lnTo>
                <a:lnTo>
                  <a:pt x="27991" y="320"/>
                </a:lnTo>
                <a:cubicBezTo>
                  <a:pt x="27991" y="319"/>
                  <a:pt x="27991" y="318"/>
                  <a:pt x="27991" y="317"/>
                </a:cubicBezTo>
                <a:cubicBezTo>
                  <a:pt x="27991" y="310"/>
                  <a:pt x="27991" y="304"/>
                  <a:pt x="27991" y="297"/>
                </a:cubicBezTo>
                <a:cubicBezTo>
                  <a:pt x="27991" y="198"/>
                  <a:pt x="27991" y="99"/>
                  <a:pt x="27991" y="0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BEC311-49C9-88D8-CE32-27AD2CC7D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C7979-982D-EAF5-84D9-52E2FCA8B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8FA1D-55F6-7534-FA4C-21DEA2D5B1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1DBF3-6FB0-92A8-52F8-AC0A75E47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9444D-6EFC-32EC-5AE0-FF73A9713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53B7260C-E593-49D4-B279-405532B86F9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32919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A98C17-4927-6AFC-F2A5-7E0599CA682B}"/>
              </a:ext>
            </a:extLst>
          </p:cNvPr>
          <p:cNvSpPr>
            <a:spLocks noMove="1" noResize="1"/>
          </p:cNvSpPr>
          <p:nvPr/>
        </p:nvSpPr>
        <p:spPr>
          <a:xfrm>
            <a:off x="4115159" y="4846320"/>
            <a:ext cx="5961600" cy="82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561" h="2286">
                <a:moveTo>
                  <a:pt x="0" y="2286"/>
                </a:moveTo>
                <a:lnTo>
                  <a:pt x="16561" y="2286"/>
                </a:lnTo>
                <a:cubicBezTo>
                  <a:pt x="16561" y="2286"/>
                  <a:pt x="16561" y="762"/>
                  <a:pt x="16561" y="0"/>
                </a:cubicBezTo>
                <a:cubicBezTo>
                  <a:pt x="11041" y="729"/>
                  <a:pt x="5520" y="1457"/>
                  <a:pt x="0" y="2186"/>
                </a:cubicBezTo>
                <a:cubicBezTo>
                  <a:pt x="0" y="2219"/>
                  <a:pt x="0" y="2286"/>
                  <a:pt x="0" y="2286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0D77112-D265-ED41-E144-A9883F7622D8}"/>
              </a:ext>
            </a:extLst>
          </p:cNvPr>
          <p:cNvSpPr>
            <a:spLocks noMove="1" noResize="1"/>
          </p:cNvSpPr>
          <p:nvPr/>
        </p:nvSpPr>
        <p:spPr>
          <a:xfrm>
            <a:off x="360" y="0"/>
            <a:ext cx="10076400" cy="164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1" h="4572">
                <a:moveTo>
                  <a:pt x="27991" y="0"/>
                </a:moveTo>
                <a:cubicBezTo>
                  <a:pt x="18661" y="0"/>
                  <a:pt x="0" y="0"/>
                  <a:pt x="0" y="0"/>
                </a:cubicBezTo>
                <a:cubicBezTo>
                  <a:pt x="0" y="0"/>
                  <a:pt x="0" y="3048"/>
                  <a:pt x="0" y="4572"/>
                </a:cubicBezTo>
                <a:cubicBezTo>
                  <a:pt x="9330" y="3081"/>
                  <a:pt x="18661" y="1591"/>
                  <a:pt x="27991" y="100"/>
                </a:cubicBezTo>
                <a:cubicBezTo>
                  <a:pt x="27991" y="164"/>
                  <a:pt x="27991" y="227"/>
                  <a:pt x="27991" y="291"/>
                </a:cubicBezTo>
                <a:cubicBezTo>
                  <a:pt x="27991" y="301"/>
                  <a:pt x="27991" y="310"/>
                  <a:pt x="27991" y="320"/>
                </a:cubicBezTo>
                <a:lnTo>
                  <a:pt x="27991" y="321"/>
                </a:lnTo>
                <a:lnTo>
                  <a:pt x="27991" y="320"/>
                </a:lnTo>
                <a:cubicBezTo>
                  <a:pt x="27991" y="319"/>
                  <a:pt x="27991" y="318"/>
                  <a:pt x="27991" y="317"/>
                </a:cubicBezTo>
                <a:cubicBezTo>
                  <a:pt x="27991" y="310"/>
                  <a:pt x="27991" y="304"/>
                  <a:pt x="27991" y="297"/>
                </a:cubicBezTo>
                <a:cubicBezTo>
                  <a:pt x="27991" y="198"/>
                  <a:pt x="27991" y="99"/>
                  <a:pt x="27991" y="0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952D5-015C-6DAB-812A-BC7DB0BA5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B3E3A-5E4E-902B-2721-00E95F87C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CD20D-13B1-7153-3518-1D3E35874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4A4E5-D56A-7DDB-005E-CC90206279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33122-1F2C-DAC8-0B5D-F5A7324AC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A4D78-1B84-6AA8-BC87-3971C640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E65FB561-1675-48B5-AE26-5A36FF64EA8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58548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AA1F12B-3F13-A0E1-0DC9-04430F3340A4}"/>
              </a:ext>
            </a:extLst>
          </p:cNvPr>
          <p:cNvSpPr>
            <a:spLocks noMove="1" noResize="1"/>
          </p:cNvSpPr>
          <p:nvPr/>
        </p:nvSpPr>
        <p:spPr>
          <a:xfrm>
            <a:off x="4115159" y="4846320"/>
            <a:ext cx="5961600" cy="82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561" h="2286">
                <a:moveTo>
                  <a:pt x="0" y="2286"/>
                </a:moveTo>
                <a:lnTo>
                  <a:pt x="16561" y="2286"/>
                </a:lnTo>
                <a:cubicBezTo>
                  <a:pt x="16561" y="2286"/>
                  <a:pt x="16561" y="762"/>
                  <a:pt x="16561" y="0"/>
                </a:cubicBezTo>
                <a:cubicBezTo>
                  <a:pt x="11041" y="729"/>
                  <a:pt x="5520" y="1457"/>
                  <a:pt x="0" y="2186"/>
                </a:cubicBezTo>
                <a:cubicBezTo>
                  <a:pt x="0" y="2219"/>
                  <a:pt x="0" y="2286"/>
                  <a:pt x="0" y="2286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853B507-4EEA-89C3-C639-704DDBAF30CD}"/>
              </a:ext>
            </a:extLst>
          </p:cNvPr>
          <p:cNvSpPr>
            <a:spLocks noMove="1" noResize="1"/>
          </p:cNvSpPr>
          <p:nvPr/>
        </p:nvSpPr>
        <p:spPr>
          <a:xfrm>
            <a:off x="360" y="0"/>
            <a:ext cx="10076400" cy="164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1" h="4572">
                <a:moveTo>
                  <a:pt x="27991" y="0"/>
                </a:moveTo>
                <a:cubicBezTo>
                  <a:pt x="18661" y="0"/>
                  <a:pt x="0" y="0"/>
                  <a:pt x="0" y="0"/>
                </a:cubicBezTo>
                <a:cubicBezTo>
                  <a:pt x="0" y="0"/>
                  <a:pt x="0" y="3048"/>
                  <a:pt x="0" y="4572"/>
                </a:cubicBezTo>
                <a:cubicBezTo>
                  <a:pt x="9330" y="3081"/>
                  <a:pt x="18661" y="1591"/>
                  <a:pt x="27991" y="100"/>
                </a:cubicBezTo>
                <a:cubicBezTo>
                  <a:pt x="27991" y="164"/>
                  <a:pt x="27991" y="227"/>
                  <a:pt x="27991" y="291"/>
                </a:cubicBezTo>
                <a:cubicBezTo>
                  <a:pt x="27991" y="301"/>
                  <a:pt x="27991" y="310"/>
                  <a:pt x="27991" y="320"/>
                </a:cubicBezTo>
                <a:lnTo>
                  <a:pt x="27991" y="321"/>
                </a:lnTo>
                <a:lnTo>
                  <a:pt x="27991" y="320"/>
                </a:lnTo>
                <a:cubicBezTo>
                  <a:pt x="27991" y="319"/>
                  <a:pt x="27991" y="318"/>
                  <a:pt x="27991" y="317"/>
                </a:cubicBezTo>
                <a:cubicBezTo>
                  <a:pt x="27991" y="310"/>
                  <a:pt x="27991" y="304"/>
                  <a:pt x="27991" y="297"/>
                </a:cubicBezTo>
                <a:cubicBezTo>
                  <a:pt x="27991" y="198"/>
                  <a:pt x="27991" y="99"/>
                  <a:pt x="27991" y="0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4EA52-CBEC-7711-6C92-CB30E68A1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585AD-DF5D-30EF-BCB5-AFCC60212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92416-EB58-67DB-67C8-87F82DE07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CA6262-45B7-FF66-39FF-C805DDD812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94E56-186C-7BD9-824E-C92EDE3FB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1FB77-0731-F192-ED5E-7A48A5F0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5C8CC1-86F3-AA95-27E7-16BE6DE97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C8946-58B0-128E-81F8-5D8DA8323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F5447CF0-28F0-441D-9883-86DDA626379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49664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6D5E679-51FC-96D3-38E9-BC8EFDA734C4}"/>
              </a:ext>
            </a:extLst>
          </p:cNvPr>
          <p:cNvSpPr>
            <a:spLocks noMove="1" noResize="1"/>
          </p:cNvSpPr>
          <p:nvPr/>
        </p:nvSpPr>
        <p:spPr>
          <a:xfrm>
            <a:off x="4115159" y="4846320"/>
            <a:ext cx="5961600" cy="82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561" h="2286">
                <a:moveTo>
                  <a:pt x="0" y="2286"/>
                </a:moveTo>
                <a:lnTo>
                  <a:pt x="16561" y="2286"/>
                </a:lnTo>
                <a:cubicBezTo>
                  <a:pt x="16561" y="2286"/>
                  <a:pt x="16561" y="762"/>
                  <a:pt x="16561" y="0"/>
                </a:cubicBezTo>
                <a:cubicBezTo>
                  <a:pt x="11041" y="729"/>
                  <a:pt x="5520" y="1457"/>
                  <a:pt x="0" y="2186"/>
                </a:cubicBezTo>
                <a:cubicBezTo>
                  <a:pt x="0" y="2219"/>
                  <a:pt x="0" y="2286"/>
                  <a:pt x="0" y="2286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A47925F-9A6B-BF2C-184B-806DE1D63515}"/>
              </a:ext>
            </a:extLst>
          </p:cNvPr>
          <p:cNvSpPr>
            <a:spLocks noMove="1" noResize="1"/>
          </p:cNvSpPr>
          <p:nvPr/>
        </p:nvSpPr>
        <p:spPr>
          <a:xfrm>
            <a:off x="360" y="0"/>
            <a:ext cx="10076400" cy="164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1" h="4572">
                <a:moveTo>
                  <a:pt x="27991" y="0"/>
                </a:moveTo>
                <a:cubicBezTo>
                  <a:pt x="18661" y="0"/>
                  <a:pt x="0" y="0"/>
                  <a:pt x="0" y="0"/>
                </a:cubicBezTo>
                <a:cubicBezTo>
                  <a:pt x="0" y="0"/>
                  <a:pt x="0" y="3048"/>
                  <a:pt x="0" y="4572"/>
                </a:cubicBezTo>
                <a:cubicBezTo>
                  <a:pt x="9330" y="3081"/>
                  <a:pt x="18661" y="1591"/>
                  <a:pt x="27991" y="100"/>
                </a:cubicBezTo>
                <a:cubicBezTo>
                  <a:pt x="27991" y="164"/>
                  <a:pt x="27991" y="227"/>
                  <a:pt x="27991" y="291"/>
                </a:cubicBezTo>
                <a:cubicBezTo>
                  <a:pt x="27991" y="301"/>
                  <a:pt x="27991" y="310"/>
                  <a:pt x="27991" y="320"/>
                </a:cubicBezTo>
                <a:lnTo>
                  <a:pt x="27991" y="321"/>
                </a:lnTo>
                <a:lnTo>
                  <a:pt x="27991" y="320"/>
                </a:lnTo>
                <a:cubicBezTo>
                  <a:pt x="27991" y="319"/>
                  <a:pt x="27991" y="318"/>
                  <a:pt x="27991" y="317"/>
                </a:cubicBezTo>
                <a:cubicBezTo>
                  <a:pt x="27991" y="310"/>
                  <a:pt x="27991" y="304"/>
                  <a:pt x="27991" y="297"/>
                </a:cubicBezTo>
                <a:cubicBezTo>
                  <a:pt x="27991" y="198"/>
                  <a:pt x="27991" y="99"/>
                  <a:pt x="27991" y="0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C69D4-33E9-5174-4561-51DF45DA8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80A092-BC8B-C8DE-416A-C155F01FC3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4D529-8590-C8AD-F38C-C7C25369F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B7279-C853-57A0-0793-91D4805A4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3B130EC5-C367-448C-BA91-A916A209858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059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1EFC782-DBBD-E2F0-4BA9-1474D9E89C85}"/>
              </a:ext>
            </a:extLst>
          </p:cNvPr>
          <p:cNvSpPr>
            <a:spLocks noMove="1" noResize="1"/>
          </p:cNvSpPr>
          <p:nvPr/>
        </p:nvSpPr>
        <p:spPr>
          <a:xfrm>
            <a:off x="4115159" y="4846320"/>
            <a:ext cx="5961600" cy="82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561" h="2286">
                <a:moveTo>
                  <a:pt x="0" y="2286"/>
                </a:moveTo>
                <a:lnTo>
                  <a:pt x="16561" y="2286"/>
                </a:lnTo>
                <a:cubicBezTo>
                  <a:pt x="16561" y="2286"/>
                  <a:pt x="16561" y="762"/>
                  <a:pt x="16561" y="0"/>
                </a:cubicBezTo>
                <a:cubicBezTo>
                  <a:pt x="11041" y="729"/>
                  <a:pt x="5520" y="1457"/>
                  <a:pt x="0" y="2186"/>
                </a:cubicBezTo>
                <a:cubicBezTo>
                  <a:pt x="0" y="2219"/>
                  <a:pt x="0" y="2286"/>
                  <a:pt x="0" y="2286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5E49041-694D-73E8-860F-C5D9ED49B310}"/>
              </a:ext>
            </a:extLst>
          </p:cNvPr>
          <p:cNvSpPr>
            <a:spLocks noMove="1" noResize="1"/>
          </p:cNvSpPr>
          <p:nvPr/>
        </p:nvSpPr>
        <p:spPr>
          <a:xfrm>
            <a:off x="360" y="0"/>
            <a:ext cx="10076400" cy="164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1" h="4572">
                <a:moveTo>
                  <a:pt x="27991" y="0"/>
                </a:moveTo>
                <a:cubicBezTo>
                  <a:pt x="18661" y="0"/>
                  <a:pt x="0" y="0"/>
                  <a:pt x="0" y="0"/>
                </a:cubicBezTo>
                <a:cubicBezTo>
                  <a:pt x="0" y="0"/>
                  <a:pt x="0" y="3048"/>
                  <a:pt x="0" y="4572"/>
                </a:cubicBezTo>
                <a:cubicBezTo>
                  <a:pt x="9330" y="3081"/>
                  <a:pt x="18661" y="1591"/>
                  <a:pt x="27991" y="100"/>
                </a:cubicBezTo>
                <a:cubicBezTo>
                  <a:pt x="27991" y="164"/>
                  <a:pt x="27991" y="227"/>
                  <a:pt x="27991" y="291"/>
                </a:cubicBezTo>
                <a:cubicBezTo>
                  <a:pt x="27991" y="301"/>
                  <a:pt x="27991" y="310"/>
                  <a:pt x="27991" y="320"/>
                </a:cubicBezTo>
                <a:lnTo>
                  <a:pt x="27991" y="321"/>
                </a:lnTo>
                <a:lnTo>
                  <a:pt x="27991" y="320"/>
                </a:lnTo>
                <a:cubicBezTo>
                  <a:pt x="27991" y="319"/>
                  <a:pt x="27991" y="318"/>
                  <a:pt x="27991" y="317"/>
                </a:cubicBezTo>
                <a:cubicBezTo>
                  <a:pt x="27991" y="310"/>
                  <a:pt x="27991" y="304"/>
                  <a:pt x="27991" y="297"/>
                </a:cubicBezTo>
                <a:cubicBezTo>
                  <a:pt x="27991" y="198"/>
                  <a:pt x="27991" y="99"/>
                  <a:pt x="27991" y="0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8BA2A-B106-8E94-FEDB-8EB326D47F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BCC6D9-5BC1-10FA-A8AE-A2278F98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3F7E8-0FD3-7B80-5767-2E797385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43467A37-69BD-47A2-8FAA-8D7F7F09CA0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82859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684EA8F-B35B-1742-870F-22BE1808D07D}"/>
              </a:ext>
            </a:extLst>
          </p:cNvPr>
          <p:cNvSpPr>
            <a:spLocks noMove="1" noResize="1"/>
          </p:cNvSpPr>
          <p:nvPr/>
        </p:nvSpPr>
        <p:spPr>
          <a:xfrm>
            <a:off x="4115159" y="4846320"/>
            <a:ext cx="5961600" cy="82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561" h="2286">
                <a:moveTo>
                  <a:pt x="0" y="2286"/>
                </a:moveTo>
                <a:lnTo>
                  <a:pt x="16561" y="2286"/>
                </a:lnTo>
                <a:cubicBezTo>
                  <a:pt x="16561" y="2286"/>
                  <a:pt x="16561" y="762"/>
                  <a:pt x="16561" y="0"/>
                </a:cubicBezTo>
                <a:cubicBezTo>
                  <a:pt x="11041" y="729"/>
                  <a:pt x="5520" y="1457"/>
                  <a:pt x="0" y="2186"/>
                </a:cubicBezTo>
                <a:cubicBezTo>
                  <a:pt x="0" y="2219"/>
                  <a:pt x="0" y="2286"/>
                  <a:pt x="0" y="2286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CF4577-A632-6763-8C57-6619C0B4B828}"/>
              </a:ext>
            </a:extLst>
          </p:cNvPr>
          <p:cNvSpPr>
            <a:spLocks noMove="1" noResize="1"/>
          </p:cNvSpPr>
          <p:nvPr/>
        </p:nvSpPr>
        <p:spPr>
          <a:xfrm>
            <a:off x="360" y="0"/>
            <a:ext cx="10076400" cy="164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1" h="4572">
                <a:moveTo>
                  <a:pt x="27991" y="0"/>
                </a:moveTo>
                <a:cubicBezTo>
                  <a:pt x="18661" y="0"/>
                  <a:pt x="0" y="0"/>
                  <a:pt x="0" y="0"/>
                </a:cubicBezTo>
                <a:cubicBezTo>
                  <a:pt x="0" y="0"/>
                  <a:pt x="0" y="3048"/>
                  <a:pt x="0" y="4572"/>
                </a:cubicBezTo>
                <a:cubicBezTo>
                  <a:pt x="9330" y="3081"/>
                  <a:pt x="18661" y="1591"/>
                  <a:pt x="27991" y="100"/>
                </a:cubicBezTo>
                <a:cubicBezTo>
                  <a:pt x="27991" y="164"/>
                  <a:pt x="27991" y="227"/>
                  <a:pt x="27991" y="291"/>
                </a:cubicBezTo>
                <a:cubicBezTo>
                  <a:pt x="27991" y="301"/>
                  <a:pt x="27991" y="310"/>
                  <a:pt x="27991" y="320"/>
                </a:cubicBezTo>
                <a:lnTo>
                  <a:pt x="27991" y="321"/>
                </a:lnTo>
                <a:lnTo>
                  <a:pt x="27991" y="320"/>
                </a:lnTo>
                <a:cubicBezTo>
                  <a:pt x="27991" y="319"/>
                  <a:pt x="27991" y="318"/>
                  <a:pt x="27991" y="317"/>
                </a:cubicBezTo>
                <a:cubicBezTo>
                  <a:pt x="27991" y="310"/>
                  <a:pt x="27991" y="304"/>
                  <a:pt x="27991" y="297"/>
                </a:cubicBezTo>
                <a:cubicBezTo>
                  <a:pt x="27991" y="198"/>
                  <a:pt x="27991" y="99"/>
                  <a:pt x="27991" y="0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FFBF64-88DE-B307-0786-2E09F6AF1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D9664-BD67-BE2A-7346-65BEFA26E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C2FA2-39C3-5A15-D504-25562C22D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8FEAE-7FEF-8ACC-23AC-25A198132C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5044C-667E-425B-DFB0-259C7140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E0797-1C45-3EA0-AB4C-C017E17E4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A6E321B8-6EB1-48C0-921F-C5E2F52A9A4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90561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8C236A6-42E7-B7EC-4406-A49B03307D6F}"/>
              </a:ext>
            </a:extLst>
          </p:cNvPr>
          <p:cNvSpPr>
            <a:spLocks noMove="1" noResize="1"/>
          </p:cNvSpPr>
          <p:nvPr/>
        </p:nvSpPr>
        <p:spPr>
          <a:xfrm>
            <a:off x="4115159" y="4846320"/>
            <a:ext cx="5961600" cy="82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561" h="2286">
                <a:moveTo>
                  <a:pt x="0" y="2286"/>
                </a:moveTo>
                <a:lnTo>
                  <a:pt x="16561" y="2286"/>
                </a:lnTo>
                <a:cubicBezTo>
                  <a:pt x="16561" y="2286"/>
                  <a:pt x="16561" y="762"/>
                  <a:pt x="16561" y="0"/>
                </a:cubicBezTo>
                <a:cubicBezTo>
                  <a:pt x="11041" y="729"/>
                  <a:pt x="5520" y="1457"/>
                  <a:pt x="0" y="2186"/>
                </a:cubicBezTo>
                <a:cubicBezTo>
                  <a:pt x="0" y="2219"/>
                  <a:pt x="0" y="2286"/>
                  <a:pt x="0" y="2286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BA41DB8-2852-321B-CA01-578DBFF24C71}"/>
              </a:ext>
            </a:extLst>
          </p:cNvPr>
          <p:cNvSpPr>
            <a:spLocks noMove="1" noResize="1"/>
          </p:cNvSpPr>
          <p:nvPr/>
        </p:nvSpPr>
        <p:spPr>
          <a:xfrm>
            <a:off x="360" y="0"/>
            <a:ext cx="10076400" cy="164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1" h="4572">
                <a:moveTo>
                  <a:pt x="27991" y="0"/>
                </a:moveTo>
                <a:cubicBezTo>
                  <a:pt x="18661" y="0"/>
                  <a:pt x="0" y="0"/>
                  <a:pt x="0" y="0"/>
                </a:cubicBezTo>
                <a:cubicBezTo>
                  <a:pt x="0" y="0"/>
                  <a:pt x="0" y="3048"/>
                  <a:pt x="0" y="4572"/>
                </a:cubicBezTo>
                <a:cubicBezTo>
                  <a:pt x="9330" y="3081"/>
                  <a:pt x="18661" y="1591"/>
                  <a:pt x="27991" y="100"/>
                </a:cubicBezTo>
                <a:cubicBezTo>
                  <a:pt x="27991" y="164"/>
                  <a:pt x="27991" y="227"/>
                  <a:pt x="27991" y="291"/>
                </a:cubicBezTo>
                <a:cubicBezTo>
                  <a:pt x="27991" y="301"/>
                  <a:pt x="27991" y="310"/>
                  <a:pt x="27991" y="320"/>
                </a:cubicBezTo>
                <a:lnTo>
                  <a:pt x="27991" y="321"/>
                </a:lnTo>
                <a:lnTo>
                  <a:pt x="27991" y="320"/>
                </a:lnTo>
                <a:cubicBezTo>
                  <a:pt x="27991" y="319"/>
                  <a:pt x="27991" y="318"/>
                  <a:pt x="27991" y="317"/>
                </a:cubicBezTo>
                <a:cubicBezTo>
                  <a:pt x="27991" y="310"/>
                  <a:pt x="27991" y="304"/>
                  <a:pt x="27991" y="297"/>
                </a:cubicBezTo>
                <a:cubicBezTo>
                  <a:pt x="27991" y="198"/>
                  <a:pt x="27991" y="99"/>
                  <a:pt x="27991" y="0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54FA1F-E827-844F-4C16-9EB0A9CF3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213E01-DAD2-C099-19E1-8831B75BA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19140-DE3B-82B1-C425-B7919C1DC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A80B1-9193-3BA9-81E6-1DBB7D0B4C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56A2E-CBA3-DEAA-06C6-CE404987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F5689-A766-59BD-7AF4-129E725D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FB2CD68F-5260-4277-904A-F56F40668F2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83258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2BC54E0-E55A-9E41-6164-644B6ABDBB72}"/>
              </a:ext>
            </a:extLst>
          </p:cNvPr>
          <p:cNvSpPr>
            <a:spLocks noMove="1" noResize="1"/>
          </p:cNvSpPr>
          <p:nvPr/>
        </p:nvSpPr>
        <p:spPr>
          <a:xfrm>
            <a:off x="4115159" y="4846320"/>
            <a:ext cx="5961600" cy="82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561" h="2286">
                <a:moveTo>
                  <a:pt x="0" y="2286"/>
                </a:moveTo>
                <a:lnTo>
                  <a:pt x="16561" y="2286"/>
                </a:lnTo>
                <a:cubicBezTo>
                  <a:pt x="16561" y="2286"/>
                  <a:pt x="16561" y="762"/>
                  <a:pt x="16561" y="0"/>
                </a:cubicBezTo>
                <a:cubicBezTo>
                  <a:pt x="11041" y="729"/>
                  <a:pt x="5520" y="1457"/>
                  <a:pt x="0" y="2186"/>
                </a:cubicBezTo>
                <a:cubicBezTo>
                  <a:pt x="0" y="2219"/>
                  <a:pt x="0" y="2286"/>
                  <a:pt x="0" y="2286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D2F0E58-DFA6-D03D-D24C-839C57E73415}"/>
              </a:ext>
            </a:extLst>
          </p:cNvPr>
          <p:cNvSpPr>
            <a:spLocks noMove="1" noResize="1"/>
          </p:cNvSpPr>
          <p:nvPr/>
        </p:nvSpPr>
        <p:spPr>
          <a:xfrm>
            <a:off x="360" y="0"/>
            <a:ext cx="10076400" cy="164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1" h="4572">
                <a:moveTo>
                  <a:pt x="27991" y="0"/>
                </a:moveTo>
                <a:cubicBezTo>
                  <a:pt x="18661" y="0"/>
                  <a:pt x="0" y="0"/>
                  <a:pt x="0" y="0"/>
                </a:cubicBezTo>
                <a:cubicBezTo>
                  <a:pt x="0" y="0"/>
                  <a:pt x="0" y="3048"/>
                  <a:pt x="0" y="4572"/>
                </a:cubicBezTo>
                <a:cubicBezTo>
                  <a:pt x="9330" y="3081"/>
                  <a:pt x="18661" y="1591"/>
                  <a:pt x="27991" y="100"/>
                </a:cubicBezTo>
                <a:cubicBezTo>
                  <a:pt x="27991" y="164"/>
                  <a:pt x="27991" y="227"/>
                  <a:pt x="27991" y="291"/>
                </a:cubicBezTo>
                <a:cubicBezTo>
                  <a:pt x="27991" y="301"/>
                  <a:pt x="27991" y="310"/>
                  <a:pt x="27991" y="320"/>
                </a:cubicBezTo>
                <a:lnTo>
                  <a:pt x="27991" y="321"/>
                </a:lnTo>
                <a:lnTo>
                  <a:pt x="27991" y="320"/>
                </a:lnTo>
                <a:cubicBezTo>
                  <a:pt x="27991" y="319"/>
                  <a:pt x="27991" y="318"/>
                  <a:pt x="27991" y="317"/>
                </a:cubicBezTo>
                <a:cubicBezTo>
                  <a:pt x="27991" y="310"/>
                  <a:pt x="27991" y="304"/>
                  <a:pt x="27991" y="297"/>
                </a:cubicBezTo>
                <a:cubicBezTo>
                  <a:pt x="27991" y="198"/>
                  <a:pt x="27991" y="99"/>
                  <a:pt x="27991" y="0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E928-ADCA-FA3C-5695-D86BAFBE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34500-3B0A-BF8E-D621-3C5840EDC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640" y="1326600"/>
            <a:ext cx="9068400" cy="32875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46FC1-692C-6C7B-D95D-D531F51205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3CA87-79E6-C0E4-585B-A8990CFBD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7F167-6F95-BE88-9B70-5C811D74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DFD2A111-F50D-4A2B-A784-C99415B6DE3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65726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756A43E-59C0-EDD1-14ED-E83EB8DAA55F}"/>
              </a:ext>
            </a:extLst>
          </p:cNvPr>
          <p:cNvSpPr>
            <a:spLocks noMove="1" noResize="1"/>
          </p:cNvSpPr>
          <p:nvPr/>
        </p:nvSpPr>
        <p:spPr>
          <a:xfrm>
            <a:off x="4115159" y="4846320"/>
            <a:ext cx="5961600" cy="82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561" h="2286">
                <a:moveTo>
                  <a:pt x="0" y="2286"/>
                </a:moveTo>
                <a:lnTo>
                  <a:pt x="16561" y="2286"/>
                </a:lnTo>
                <a:cubicBezTo>
                  <a:pt x="16561" y="2286"/>
                  <a:pt x="16561" y="762"/>
                  <a:pt x="16561" y="0"/>
                </a:cubicBezTo>
                <a:cubicBezTo>
                  <a:pt x="11041" y="729"/>
                  <a:pt x="5520" y="1457"/>
                  <a:pt x="0" y="2186"/>
                </a:cubicBezTo>
                <a:cubicBezTo>
                  <a:pt x="0" y="2219"/>
                  <a:pt x="0" y="2286"/>
                  <a:pt x="0" y="2286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80F8C0-80DE-9F57-8AB7-4930520D351E}"/>
              </a:ext>
            </a:extLst>
          </p:cNvPr>
          <p:cNvSpPr>
            <a:spLocks noMove="1" noResize="1"/>
          </p:cNvSpPr>
          <p:nvPr/>
        </p:nvSpPr>
        <p:spPr>
          <a:xfrm>
            <a:off x="360" y="0"/>
            <a:ext cx="10076400" cy="164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1" h="4572">
                <a:moveTo>
                  <a:pt x="27991" y="0"/>
                </a:moveTo>
                <a:cubicBezTo>
                  <a:pt x="18661" y="0"/>
                  <a:pt x="0" y="0"/>
                  <a:pt x="0" y="0"/>
                </a:cubicBezTo>
                <a:cubicBezTo>
                  <a:pt x="0" y="0"/>
                  <a:pt x="0" y="3048"/>
                  <a:pt x="0" y="4572"/>
                </a:cubicBezTo>
                <a:cubicBezTo>
                  <a:pt x="9330" y="3081"/>
                  <a:pt x="18661" y="1591"/>
                  <a:pt x="27991" y="100"/>
                </a:cubicBezTo>
                <a:cubicBezTo>
                  <a:pt x="27991" y="164"/>
                  <a:pt x="27991" y="227"/>
                  <a:pt x="27991" y="291"/>
                </a:cubicBezTo>
                <a:cubicBezTo>
                  <a:pt x="27991" y="301"/>
                  <a:pt x="27991" y="310"/>
                  <a:pt x="27991" y="320"/>
                </a:cubicBezTo>
                <a:lnTo>
                  <a:pt x="27991" y="321"/>
                </a:lnTo>
                <a:lnTo>
                  <a:pt x="27991" y="320"/>
                </a:lnTo>
                <a:cubicBezTo>
                  <a:pt x="27991" y="319"/>
                  <a:pt x="27991" y="318"/>
                  <a:pt x="27991" y="317"/>
                </a:cubicBezTo>
                <a:cubicBezTo>
                  <a:pt x="27991" y="310"/>
                  <a:pt x="27991" y="304"/>
                  <a:pt x="27991" y="297"/>
                </a:cubicBezTo>
                <a:cubicBezTo>
                  <a:pt x="27991" y="198"/>
                  <a:pt x="27991" y="99"/>
                  <a:pt x="27991" y="0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E65ECC-7929-D9E2-611F-DB0960CD4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7A76D8-A8EA-6BB0-D7F1-F51466DDE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2A87B-17F1-933A-DD08-ACD653DE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5E3BB-F92A-E27F-AE0F-4736AFBE2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E7416-FB0D-4C9B-3B7F-F7EE1614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4ECBB039-BD90-4976-8B9A-23288545426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42132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CC34D0F-458A-D9A0-9FC3-0BDD2711E9BE}"/>
              </a:ext>
            </a:extLst>
          </p:cNvPr>
          <p:cNvSpPr/>
          <p:nvPr/>
        </p:nvSpPr>
        <p:spPr>
          <a:xfrm>
            <a:off x="0" y="365760"/>
            <a:ext cx="324000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8698C-7A4A-0630-C251-F8BDC24EB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C2DD7-6B92-32C6-11FE-70EAE98FC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A4896-1C37-0DCC-A996-EA506E44B0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AA25F-A2F0-0F12-1074-8FD9A76B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84B32-BBCC-BCF4-AB95-9902B2BFA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858FB65E-69BE-4097-9F27-F1489E87C72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92449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8417BF8-87EE-71E4-24F6-0464A9B8B94D}"/>
              </a:ext>
            </a:extLst>
          </p:cNvPr>
          <p:cNvSpPr/>
          <p:nvPr/>
        </p:nvSpPr>
        <p:spPr>
          <a:xfrm>
            <a:off x="0" y="365760"/>
            <a:ext cx="324000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F837B6-193A-8E9D-D9BA-4F1170A7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E9732-EA14-35C3-F79A-87A2C6179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640" y="1326600"/>
            <a:ext cx="9068400" cy="328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FCB29-C193-B9CB-5736-F012A2D58A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A4298-1621-3036-627C-EF92C58E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DEE40-7444-AAF3-B577-CA6AFA94A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5172519D-0647-4218-8076-0740148E783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73747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64496C4-B0B4-A3F3-3135-48B983841A5F}"/>
              </a:ext>
            </a:extLst>
          </p:cNvPr>
          <p:cNvSpPr/>
          <p:nvPr/>
        </p:nvSpPr>
        <p:spPr>
          <a:xfrm>
            <a:off x="0" y="365760"/>
            <a:ext cx="324000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5646F-05B8-DBC7-BED6-20BD3396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4B86B-13A3-124D-749A-F6BAFB6C0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9D547-9D98-C6AD-BC64-48D989EC85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A8036-C631-79BF-6A2C-9C726769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CACF0-18D8-B802-F900-E214898A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94B708A5-2CB2-434B-B690-D18C2A10251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42877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F9C13D9-D9B6-C5EB-0D6F-55BBCA04A0C5}"/>
              </a:ext>
            </a:extLst>
          </p:cNvPr>
          <p:cNvSpPr/>
          <p:nvPr/>
        </p:nvSpPr>
        <p:spPr>
          <a:xfrm>
            <a:off x="0" y="365760"/>
            <a:ext cx="324000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A63D3-AB12-169D-9A2A-92451B180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2C967-ED15-F9AA-7A92-29061D8E2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9E077-0E06-8032-62B2-133E5D830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9036E-42A4-7B40-1FC7-20F32C9A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66FE4-32C5-6F0A-25CA-B96EE339F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83506-8B3D-271A-0DF6-250894DAC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CFA5A863-D691-4EA5-897C-FC1A0830B31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152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9B7730E-7D7E-9430-10BC-07262D65B162}"/>
              </a:ext>
            </a:extLst>
          </p:cNvPr>
          <p:cNvSpPr/>
          <p:nvPr/>
        </p:nvSpPr>
        <p:spPr>
          <a:xfrm>
            <a:off x="0" y="365760"/>
            <a:ext cx="324000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4ECAAD-E74E-DFC7-9AB8-481EF7A15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9B0E3-EBD9-D752-5139-E17759183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FC219-9CD9-5B87-8518-C270429FA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CF408-A261-2099-E8C2-693D0E92F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BD6540-9D22-FF4F-D180-F6C902F4F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5EA4B0-7E3E-72F2-6991-3A2E863A2F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039F87-8B16-855B-C9B3-105E0277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08222-180E-BB70-33FE-46024CFF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58948540-212D-445D-AF84-E5ABEEC648E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95344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41CAB70-849B-DAEC-9CA3-8EA596E2F07A}"/>
              </a:ext>
            </a:extLst>
          </p:cNvPr>
          <p:cNvSpPr/>
          <p:nvPr/>
        </p:nvSpPr>
        <p:spPr>
          <a:xfrm>
            <a:off x="0" y="365760"/>
            <a:ext cx="324000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8FF2E3-2616-5366-7510-03E040B96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204978-AD02-2596-BAD4-753C3E5D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0AE37C-2931-8056-96E8-CA69BE001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00A68E-0281-D691-BCBA-DA6C1FAB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0B6B1B41-76B3-41C6-AF34-98CF0D4366A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57620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293FE59-A216-EF2A-09A1-585D3C091E6D}"/>
              </a:ext>
            </a:extLst>
          </p:cNvPr>
          <p:cNvSpPr/>
          <p:nvPr/>
        </p:nvSpPr>
        <p:spPr>
          <a:xfrm>
            <a:off x="0" y="365760"/>
            <a:ext cx="324000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977DD3-F471-FF78-76AE-C21F1587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98B477-0509-4D5D-072F-78AB5B91B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A4F40-83F4-CBFF-6E1A-3B99FC74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BF8BB7D3-4E23-4908-AE76-399C2073456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114026"/>
      </p:ext>
    </p:extLst>
  </p:cSld>
  <p:clrMapOvr>
    <a:masterClrMapping/>
  </p:clrMapOvr>
  <p:hf sldNum="0"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4EE71CA-CE70-9FC6-9612-02CA09B1623F}"/>
              </a:ext>
            </a:extLst>
          </p:cNvPr>
          <p:cNvSpPr/>
          <p:nvPr/>
        </p:nvSpPr>
        <p:spPr>
          <a:xfrm>
            <a:off x="0" y="365760"/>
            <a:ext cx="324000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44190-29AA-81A8-D777-3FD169EFC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DF19C-F949-BDEC-F59A-95455335B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5E67E-5921-6BE3-0FCE-15B2E9F11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A684C-DED6-ED45-F46C-1BED996DC4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C1CB7-8E81-B472-6ADF-E3D4A43BD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16F14-73AE-F3A5-C185-7F1912824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C0B366A8-8B35-4FEE-9B8E-5C9B9776166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718403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754DAE9-7A08-DAEF-107B-11910B7D6EF8}"/>
              </a:ext>
            </a:extLst>
          </p:cNvPr>
          <p:cNvSpPr/>
          <p:nvPr/>
        </p:nvSpPr>
        <p:spPr>
          <a:xfrm>
            <a:off x="0" y="365760"/>
            <a:ext cx="324000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AD94D-81BF-7F19-63B0-1BB53E8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3716E-F2A1-C1BF-978A-6C785540A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045F1-1C32-8973-5967-D4F9E984D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5E0B9-5AB7-E7F5-9F6A-126C90E1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14763-B308-7BE2-8C00-7FB43B871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2D4AC-A3E7-AFB7-9759-7018A075F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16F8CFE0-09F9-44CB-B9BD-ABB033E8029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31210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3DB2C7B-5CBD-0C4B-BB46-F0C99542CAAE}"/>
              </a:ext>
            </a:extLst>
          </p:cNvPr>
          <p:cNvSpPr/>
          <p:nvPr/>
        </p:nvSpPr>
        <p:spPr>
          <a:xfrm>
            <a:off x="0" y="365760"/>
            <a:ext cx="324000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6254D-3D8F-9F15-E4AF-E8387148F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583EF-93F0-76AD-1EEB-35B6CC4D8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640" y="1326600"/>
            <a:ext cx="9068400" cy="32875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99BE6-B135-3285-63A0-55C22549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5D9C-16D7-0E35-A719-735265D1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3B15D-6897-D3BD-A83F-0E3073CB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56139676-055E-485E-B690-CC50DD70F86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96254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968DFE5-77BE-F2EA-324C-0A907AE579B3}"/>
              </a:ext>
            </a:extLst>
          </p:cNvPr>
          <p:cNvSpPr/>
          <p:nvPr/>
        </p:nvSpPr>
        <p:spPr>
          <a:xfrm>
            <a:off x="0" y="365760"/>
            <a:ext cx="324000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F3352-9FA9-E2F6-BF6E-1C3373C57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E1035-705D-8FB4-0B54-615837C1C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74F7F-D06E-D1C1-136A-A9823EA6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D468B-CBF2-05D8-3D19-B45A13611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69A26-7B11-2D53-6841-B5B3F8D0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35637596-D6B5-402C-8720-B4D370CE8A2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154304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2A145AA-082D-7228-4ACF-6C8A1EC0984A}"/>
              </a:ext>
            </a:extLst>
          </p:cNvPr>
          <p:cNvSpPr>
            <a:spLocks noMove="1" noResize="1"/>
          </p:cNvSpPr>
          <p:nvPr/>
        </p:nvSpPr>
        <p:spPr>
          <a:xfrm>
            <a:off x="852228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62840-219D-BFB2-F34E-AAF2B8C84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E8B95-8BA8-208E-97DA-F3B8EC977E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BF2D3-9A38-0C19-A22A-2C4D3E0C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29612-4C14-3828-8214-86EDB45C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409B1-3C24-37C3-9866-C9A9CE88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2E4D5414-004E-4523-8995-E9449220EAF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03403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FE2038B-03F3-AD65-534D-B7FD7C37224C}"/>
              </a:ext>
            </a:extLst>
          </p:cNvPr>
          <p:cNvSpPr>
            <a:spLocks noMove="1" noResize="1"/>
          </p:cNvSpPr>
          <p:nvPr/>
        </p:nvSpPr>
        <p:spPr>
          <a:xfrm>
            <a:off x="852228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2C4E2-C1DD-7DB1-615A-8A1CB787E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5D531-9F9B-2D27-A64B-56D36A535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640" y="1326600"/>
            <a:ext cx="9068400" cy="328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04FA5-927B-7E5F-6D3F-7E492DE15D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21CDB-B818-C8F5-F2F9-02B140A60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D6F72-9470-F0B0-FBF8-16A76559E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67717CB4-40B1-48C0-BD51-2B64B2049F9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896277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98B5D63-F662-8C99-392F-C21DCB3BAE57}"/>
              </a:ext>
            </a:extLst>
          </p:cNvPr>
          <p:cNvSpPr>
            <a:spLocks noMove="1" noResize="1"/>
          </p:cNvSpPr>
          <p:nvPr/>
        </p:nvSpPr>
        <p:spPr>
          <a:xfrm>
            <a:off x="852228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C8149-FCDE-696A-9EB5-4A0D0F5CC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64C0D-48E0-D0E7-BC35-40D985020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4C2F7-28BB-AF3B-0A48-268CCFB899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E71C5-63D9-9331-238A-9C654DA46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B3631-63F1-902F-C450-9038D47D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96DCB822-D0BA-4DF8-9141-D455FEC4564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71932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BA3D7B-4469-C3EE-926D-ED53340B8416}"/>
              </a:ext>
            </a:extLst>
          </p:cNvPr>
          <p:cNvSpPr>
            <a:spLocks noMove="1" noResize="1"/>
          </p:cNvSpPr>
          <p:nvPr/>
        </p:nvSpPr>
        <p:spPr>
          <a:xfrm>
            <a:off x="852228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2BA5-2F26-9FB0-EB86-2C574A7FE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BD346-C161-20F3-3C56-54A57935A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3DFE7-A3DA-3DA7-1E51-ADBF3A479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D91BB-A64F-ADCB-58A1-CE2048ACA2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C9C95-509E-9CA4-78B0-92884E149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847D0-1927-598C-D30C-99B332D6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6CF14886-1A85-4473-B537-3AB370214F2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3792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1846D25-503A-22B7-DE14-F8CCA76147BA}"/>
              </a:ext>
            </a:extLst>
          </p:cNvPr>
          <p:cNvSpPr>
            <a:spLocks noMove="1" noResize="1"/>
          </p:cNvSpPr>
          <p:nvPr/>
        </p:nvSpPr>
        <p:spPr>
          <a:xfrm>
            <a:off x="852228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F04A6-6900-90AA-4545-139098A6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21FB7-112B-865F-5FE0-9D23E9E21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DA4F1-EB45-9019-56A3-B2483E4F4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13C51-1506-9013-DD9B-A0D6CE1B1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EF06E-EC70-011B-E62E-9CE3CA20A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856B6-6EC2-2AB1-2FDF-5B791B4554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D86DB-3A9D-067C-BB66-E149237D7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E506D3-3E74-B9E4-B3EA-82F0D906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B36936DD-5890-4A3E-AF56-71920FEACE5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45700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F8257A9-48F3-E1B0-93BD-A3CB51915C66}"/>
              </a:ext>
            </a:extLst>
          </p:cNvPr>
          <p:cNvSpPr>
            <a:spLocks noMove="1" noResize="1"/>
          </p:cNvSpPr>
          <p:nvPr/>
        </p:nvSpPr>
        <p:spPr>
          <a:xfrm>
            <a:off x="852228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940F9-FFEC-7C36-7B0D-8DF942DC2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7AE2E-008E-3258-355E-1F0377564A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8F11F0-F16C-A386-0061-D0F98D98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F50F6-9012-291F-D17A-6DE86BCC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9083F715-0F40-4890-A1D9-751C155708B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05938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B9B75D5-87F4-408F-5243-C556C0F76BA0}"/>
              </a:ext>
            </a:extLst>
          </p:cNvPr>
          <p:cNvSpPr>
            <a:spLocks noMove="1" noResize="1"/>
          </p:cNvSpPr>
          <p:nvPr/>
        </p:nvSpPr>
        <p:spPr>
          <a:xfrm>
            <a:off x="852228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B1554B-9FE3-42E5-B1F1-C39657555A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BF4AC5-FFDC-0C3A-2FB0-92218A50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D7540-BA86-7445-F1BA-6F0DF9A0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208F7174-9F9C-44F7-BD66-415B5E44C8B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2827002"/>
      </p:ext>
    </p:extLst>
  </p:cSld>
  <p:clrMapOvr>
    <a:masterClrMapping/>
  </p:clrMapOvr>
  <p:hf sldNum="0"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A94F1BC-4383-0B4A-AC59-5A99A275E658}"/>
              </a:ext>
            </a:extLst>
          </p:cNvPr>
          <p:cNvSpPr>
            <a:spLocks noMove="1" noResize="1"/>
          </p:cNvSpPr>
          <p:nvPr/>
        </p:nvSpPr>
        <p:spPr>
          <a:xfrm>
            <a:off x="852228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A51195-D60A-182B-33CA-9354FAC86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768AE-585F-46C6-E94B-173461367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08457-CDE9-E986-8C7A-3BA0A1A9D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19ED2-41DC-0C06-B118-39BE31718B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08654-38F2-F706-3CEC-39AF6CFF3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66A74-BCF3-FC1B-CD42-AA447A391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7EF26514-4198-4C50-B7CA-9DF342384E1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91171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CF2E46-88BF-C69F-7E80-393408C5CCB9}"/>
              </a:ext>
            </a:extLst>
          </p:cNvPr>
          <p:cNvSpPr>
            <a:spLocks noMove="1" noResize="1"/>
          </p:cNvSpPr>
          <p:nvPr/>
        </p:nvSpPr>
        <p:spPr>
          <a:xfrm>
            <a:off x="852228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D0036F-FEE4-559F-622F-418DB40FF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057FD6-E173-8604-203C-DBA2702F03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EBFEE-517D-65AD-D6BE-7E8900776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6DD80-DF95-EA9F-7442-15FF9C70A1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DEB06-5DB7-AE30-7E6E-B608768FC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58992-55AB-2E82-7D1A-053573612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BDD95143-3CE8-4FC5-BDC3-8B19AAFE0DF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14749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82DF327-BA9B-AA82-8C92-087FDE97F60A}"/>
              </a:ext>
            </a:extLst>
          </p:cNvPr>
          <p:cNvSpPr>
            <a:spLocks noMove="1" noResize="1"/>
          </p:cNvSpPr>
          <p:nvPr/>
        </p:nvSpPr>
        <p:spPr>
          <a:xfrm>
            <a:off x="852228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242DC-0CC1-20B1-6021-97CF725C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0F612-AE05-11A7-C3DF-17ADE820F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640" y="1326600"/>
            <a:ext cx="9068400" cy="32875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3C7BA-6FED-E682-DA30-D38C571297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A226A-382E-8B2F-9ADC-D0C454FF6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A784E-BD3F-3991-8A5D-6C1086E3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F02B6FD9-4079-4FAF-9199-3318C508534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83541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A1A8F33-EED7-C365-7A29-94B5D652D3A5}"/>
              </a:ext>
            </a:extLst>
          </p:cNvPr>
          <p:cNvSpPr>
            <a:spLocks noMove="1" noResize="1"/>
          </p:cNvSpPr>
          <p:nvPr/>
        </p:nvSpPr>
        <p:spPr>
          <a:xfrm>
            <a:off x="852228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024890-9B84-5C65-75B3-3A465CE95E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BECD-248F-3AAB-882B-A4DFFC665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5F791-5317-D099-BD2F-FFF6AC2D7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E829F-F47A-0218-B381-365ED97CC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7688F-B036-742D-3D45-9BF3ADA0C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424BB70F-6465-4890-915D-69EFC182A97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53673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5B008E2-F69B-CAB4-4DCE-96CB8E6C2943}"/>
              </a:ext>
            </a:extLst>
          </p:cNvPr>
          <p:cNvSpPr>
            <a:spLocks noMove="1" noResize="1"/>
          </p:cNvSpPr>
          <p:nvPr/>
        </p:nvSpPr>
        <p:spPr>
          <a:xfrm rot="10800000">
            <a:off x="7608600" y="36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EEF0674-C11C-CFC5-9C00-619ECF88C126}"/>
              </a:ext>
            </a:extLst>
          </p:cNvPr>
          <p:cNvSpPr>
            <a:spLocks noMove="1" noResize="1"/>
          </p:cNvSpPr>
          <p:nvPr/>
        </p:nvSpPr>
        <p:spPr>
          <a:xfrm>
            <a:off x="-35640" y="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729FE-DD36-2AF3-846D-245ED44E7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F9CCEF-3432-3E4D-D0CC-B4DBFEEF31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07D7D-FF6B-CA02-512F-F7B2D34BF0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06C99-F343-0752-1F7E-4867F4A9F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3BD3D-171F-9AE7-5623-15BD7EE2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AAAD4AC0-0DDE-4B59-9306-5773D587593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82909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15E19C6-0BB9-4CE6-E207-44032D3F2DA6}"/>
              </a:ext>
            </a:extLst>
          </p:cNvPr>
          <p:cNvSpPr>
            <a:spLocks noMove="1" noResize="1"/>
          </p:cNvSpPr>
          <p:nvPr/>
        </p:nvSpPr>
        <p:spPr>
          <a:xfrm rot="10800000">
            <a:off x="7608600" y="36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6267CBC-8627-E02E-E5AD-DDB54C18EDE7}"/>
              </a:ext>
            </a:extLst>
          </p:cNvPr>
          <p:cNvSpPr>
            <a:spLocks noMove="1" noResize="1"/>
          </p:cNvSpPr>
          <p:nvPr/>
        </p:nvSpPr>
        <p:spPr>
          <a:xfrm>
            <a:off x="-35640" y="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108B0-B69F-DB95-51DB-55BBE961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64F5C-2F88-A3D2-4B2D-96BFA02C0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640" y="1326600"/>
            <a:ext cx="9068400" cy="328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A7B3A-4FB5-6F97-1E6D-56CE5FD2B4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55431-E60F-CAF4-8B4F-4AF819372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ACCAF-1066-5DF5-AA2E-5DCE4F5D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6FB090F9-E436-40E4-94F2-FB44A721323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64947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D87721B-B176-EB69-1679-FABE13C212D3}"/>
              </a:ext>
            </a:extLst>
          </p:cNvPr>
          <p:cNvSpPr>
            <a:spLocks noMove="1" noResize="1"/>
          </p:cNvSpPr>
          <p:nvPr/>
        </p:nvSpPr>
        <p:spPr>
          <a:xfrm rot="10800000">
            <a:off x="7608600" y="36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62C2300-A69A-D4DF-355F-0D810F15D37B}"/>
              </a:ext>
            </a:extLst>
          </p:cNvPr>
          <p:cNvSpPr>
            <a:spLocks noMove="1" noResize="1"/>
          </p:cNvSpPr>
          <p:nvPr/>
        </p:nvSpPr>
        <p:spPr>
          <a:xfrm>
            <a:off x="-35640" y="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64A57-657F-299F-529B-98B87225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ED422-0CB0-814D-C7C4-CCF449CEF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08E4D-C25E-AEA3-9C81-A0026BEF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56D20-02BD-F159-57C0-78B7A13D1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43C04-D939-7DE9-8EE1-3688EF2D6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C7054F1F-A6E1-4F0E-81F7-6755D0C528B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47086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3D754C0-431B-DED1-CA5E-6A5AA4EDCF63}"/>
              </a:ext>
            </a:extLst>
          </p:cNvPr>
          <p:cNvSpPr>
            <a:spLocks noMove="1" noResize="1"/>
          </p:cNvSpPr>
          <p:nvPr/>
        </p:nvSpPr>
        <p:spPr>
          <a:xfrm rot="10800000">
            <a:off x="7608600" y="36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30CE2E9-61FA-1160-34E7-BADC5DE2FB23}"/>
              </a:ext>
            </a:extLst>
          </p:cNvPr>
          <p:cNvSpPr>
            <a:spLocks noMove="1" noResize="1"/>
          </p:cNvSpPr>
          <p:nvPr/>
        </p:nvSpPr>
        <p:spPr>
          <a:xfrm>
            <a:off x="-35640" y="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061CBC-9D86-DED1-71A7-8BE4E400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07055-65B3-1C3C-592A-522741146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511C3-CBE9-9B5B-19B0-3312A8662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860AB-5647-4EC2-D530-6530EC9EAB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FDE57-C225-82F9-1B15-964AC7DD5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44CB6-C837-ED83-DC52-9C6C2DDB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23262EFE-0DC0-4D5A-8D1E-6C3D6FF98F1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73007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E688BA2-CBDE-5371-E7F1-7BF9365834D6}"/>
              </a:ext>
            </a:extLst>
          </p:cNvPr>
          <p:cNvSpPr>
            <a:spLocks noMove="1" noResize="1"/>
          </p:cNvSpPr>
          <p:nvPr/>
        </p:nvSpPr>
        <p:spPr>
          <a:xfrm rot="10800000">
            <a:off x="7608600" y="36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B955A22-C09D-81F8-F598-CE50EDA98884}"/>
              </a:ext>
            </a:extLst>
          </p:cNvPr>
          <p:cNvSpPr>
            <a:spLocks noMove="1" noResize="1"/>
          </p:cNvSpPr>
          <p:nvPr/>
        </p:nvSpPr>
        <p:spPr>
          <a:xfrm>
            <a:off x="-35640" y="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23738C-33CB-2141-D22D-D000545B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3DB46-6D90-9185-D6C9-BDA63F131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D1565-2D91-9143-3286-E5A446337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90ACC-5709-7772-F402-7511BCA8F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65C01-F6DE-1C02-1779-FA427B170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02563-9FB1-3324-90F2-2088DCA066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44685A-84BC-DC9F-8D77-94CAA7C8B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FE1F6-6A1C-DA39-FB32-D21A3C6DB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79044275-A37F-41CC-8FD4-350F527DAF2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59101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407D441-6606-4CB1-37B8-00003FA0BE81}"/>
              </a:ext>
            </a:extLst>
          </p:cNvPr>
          <p:cNvSpPr>
            <a:spLocks noMove="1" noResize="1"/>
          </p:cNvSpPr>
          <p:nvPr/>
        </p:nvSpPr>
        <p:spPr>
          <a:xfrm rot="10800000">
            <a:off x="7608600" y="36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2320E02-E1FD-480A-C914-CCD085FFB108}"/>
              </a:ext>
            </a:extLst>
          </p:cNvPr>
          <p:cNvSpPr>
            <a:spLocks noMove="1" noResize="1"/>
          </p:cNvSpPr>
          <p:nvPr/>
        </p:nvSpPr>
        <p:spPr>
          <a:xfrm>
            <a:off x="-35640" y="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78757-764D-3D0C-8F9E-C5204D278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B719F4-0376-DD54-5BA0-481DD612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1C8B7-379C-5960-B90D-2B7BD0197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E9485-E063-63FE-5EFA-6AFAFEA7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089C080B-4B81-4A5A-B4CD-29D2B5732FD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12509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A9A6B48-89FF-D17D-5621-4AB9FB54C333}"/>
              </a:ext>
            </a:extLst>
          </p:cNvPr>
          <p:cNvSpPr>
            <a:spLocks noMove="1" noResize="1"/>
          </p:cNvSpPr>
          <p:nvPr/>
        </p:nvSpPr>
        <p:spPr>
          <a:xfrm rot="10800000">
            <a:off x="7608600" y="36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48FD7BF-0234-2FB5-B82D-A5DDF6371CEF}"/>
              </a:ext>
            </a:extLst>
          </p:cNvPr>
          <p:cNvSpPr>
            <a:spLocks noMove="1" noResize="1"/>
          </p:cNvSpPr>
          <p:nvPr/>
        </p:nvSpPr>
        <p:spPr>
          <a:xfrm>
            <a:off x="-35640" y="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B4574-B62C-4D9B-B9B9-1734B08F10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CBF704-EF89-9A5D-D4D2-F413BF928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95A44-B8B6-E8AC-F9DF-97262F98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891321B8-2295-4BF6-9B36-EBCF54173D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419405"/>
      </p:ext>
    </p:extLst>
  </p:cSld>
  <p:clrMapOvr>
    <a:masterClrMapping/>
  </p:clrMapOvr>
  <p:hf sldNum="0" hdr="0" ftr="0" dt="0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4CBF9A3-A786-7094-4D49-D9A2D143EBCD}"/>
              </a:ext>
            </a:extLst>
          </p:cNvPr>
          <p:cNvSpPr>
            <a:spLocks noMove="1" noResize="1"/>
          </p:cNvSpPr>
          <p:nvPr/>
        </p:nvSpPr>
        <p:spPr>
          <a:xfrm rot="10800000">
            <a:off x="7608600" y="36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2F37D06-B223-FE77-975A-1198C7896BDC}"/>
              </a:ext>
            </a:extLst>
          </p:cNvPr>
          <p:cNvSpPr>
            <a:spLocks noMove="1" noResize="1"/>
          </p:cNvSpPr>
          <p:nvPr/>
        </p:nvSpPr>
        <p:spPr>
          <a:xfrm>
            <a:off x="-35640" y="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222ED-1D8E-8398-18AA-46EDAECEA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AF54F-40A7-5D62-C056-E114CEF57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886CFF-F4BD-B097-6691-A60547BA8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7CF3B-D4A0-3FB1-88F6-0E49773C5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5595D-9490-A307-1ECD-2411E226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555D3-B36C-67F5-3134-EEF2C2904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550D2F05-207A-4AB6-B84C-128337E1E1F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92523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B176A13-8A24-C04A-FAB1-3DE18C1CDFF6}"/>
              </a:ext>
            </a:extLst>
          </p:cNvPr>
          <p:cNvSpPr>
            <a:spLocks noMove="1" noResize="1"/>
          </p:cNvSpPr>
          <p:nvPr/>
        </p:nvSpPr>
        <p:spPr>
          <a:xfrm rot="10800000">
            <a:off x="7608600" y="36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91E3529-3F8D-5F9A-57E8-240EC9E917B5}"/>
              </a:ext>
            </a:extLst>
          </p:cNvPr>
          <p:cNvSpPr>
            <a:spLocks noMove="1" noResize="1"/>
          </p:cNvSpPr>
          <p:nvPr/>
        </p:nvSpPr>
        <p:spPr>
          <a:xfrm>
            <a:off x="-35640" y="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9F7B3-F5F4-4F6C-2883-547D1BB8D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578898-CE22-E0B3-74CD-5EC369A21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EC05B-BF4C-8FA2-4703-51C22FB99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90F25-3880-D339-2CBE-02A9C9DC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9E4A2-5B73-CB2B-B037-8694EA91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2FF1A-8BF8-E90A-4E45-B160D8EE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1D1D7985-117C-4FE7-AA79-85040AFADFB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67630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290F1CE-2529-AFE0-50F4-160F2707E87B}"/>
              </a:ext>
            </a:extLst>
          </p:cNvPr>
          <p:cNvSpPr>
            <a:spLocks noMove="1" noResize="1"/>
          </p:cNvSpPr>
          <p:nvPr/>
        </p:nvSpPr>
        <p:spPr>
          <a:xfrm rot="10800000">
            <a:off x="7608600" y="36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5B05E29-3E90-523D-2E0E-D71F9CABDF35}"/>
              </a:ext>
            </a:extLst>
          </p:cNvPr>
          <p:cNvSpPr>
            <a:spLocks noMove="1" noResize="1"/>
          </p:cNvSpPr>
          <p:nvPr/>
        </p:nvSpPr>
        <p:spPr>
          <a:xfrm>
            <a:off x="-35640" y="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46D4C-D0A3-01A0-7B91-7281E686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DEC28-15CC-7DC1-C895-E3DA7F203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640" y="1326600"/>
            <a:ext cx="9068400" cy="32875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A59DF-51CD-CE85-9204-5384A61A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3CDE5-C2FC-D392-469B-E72951FD7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289A2-8119-D0C2-BAD5-327DB30B3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8DEC9E6C-3356-486C-A4B4-B2C3FDE94FC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5405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910E5EB-6A8E-81BC-5F2B-FCA8D385AFF2}"/>
              </a:ext>
            </a:extLst>
          </p:cNvPr>
          <p:cNvSpPr>
            <a:spLocks noMove="1" noResize="1"/>
          </p:cNvSpPr>
          <p:nvPr/>
        </p:nvSpPr>
        <p:spPr>
          <a:xfrm rot="10800000">
            <a:off x="7608600" y="36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E029CBC-912D-C9B6-39BB-9C546EC84427}"/>
              </a:ext>
            </a:extLst>
          </p:cNvPr>
          <p:cNvSpPr>
            <a:spLocks noMove="1" noResize="1"/>
          </p:cNvSpPr>
          <p:nvPr/>
        </p:nvSpPr>
        <p:spPr>
          <a:xfrm>
            <a:off x="-35640" y="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FE764-3CB1-1793-6714-5A890BC1C0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89C96-1C9A-C6CC-97C9-DB71FA25C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CBD32-172B-30E1-287E-8A41210D14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717F5-F963-D159-56D4-D57BA0C9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3948E-A977-B32C-9031-324E2D80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2CF0FA0E-1AF1-4F43-9B04-6E4D7779C0A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94844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6D8C695-6706-D6C8-0B67-CEBAC0206E2C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615C0-E020-1413-D855-EB8D71CE7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6ADE5-69D4-BCF4-69D1-564CA10C9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D1C41-BB1D-9BD7-B9F0-4B885C5F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325DE-0EE5-EEFB-BA48-7C358FDF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4D362-7AB9-118F-373E-846865310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13383691-4D9F-4EAB-9B5A-D7F03561813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07111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B350C28-AFB8-9C7D-14AA-1833368F5F00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3A4AD-7EAA-3F8E-9062-352030277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C8654-BAAC-8E53-3BA3-5ADD9FE35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640" y="1326600"/>
            <a:ext cx="9068400" cy="328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42B-A349-5D11-09DA-EBFF29FE0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C2DAD-765D-61C2-6301-AC6FB0BA1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D0227-81D8-7597-AC15-58D2E5679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5AD77DEE-955C-417D-879C-D5AD2218FAF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39481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F26FE59-85A7-44DF-96A4-73560024A952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DDCDC-4BF2-AA68-66BD-199CA922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31F84-5ABF-2DBA-50DD-C4EA3C0FA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E43EC-26A9-D377-F92E-9F37DCE2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E6F64-2634-6E6E-C61A-93FDB3DCF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E08D6-722C-E9B3-B67E-D8A771AC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577FB8FE-DEC4-4A5D-8D4A-0646B69EE9B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902931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AD64759-D3F2-6D77-D3B8-B99D7D970E11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35CBC0-220E-CD04-CD24-456CA2B26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154BE-7B32-1C5A-855C-9080D284C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E3059-48C9-91B0-C989-4CAA718B5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61A72-1105-B6D8-A73A-D64E356E9C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8A95A-8D82-E0D7-C3AB-AD5F1C3A6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FAD0D-E395-5154-C60B-99BD4D50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61AFEB58-F8E2-4677-9499-BF45D1D7A41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35036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8E99BED-26E3-75B0-5E0E-85E869504CA9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D534C6-1A9B-2571-E742-8840BA2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FC53B-6FFB-6DBE-AE75-48CEA55E9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7564F-AC1E-C99F-DA5E-C59EA671D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58B6B6-A294-BBCE-2347-A0F87573C3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811A21-0503-3134-076D-EDACBF4A4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C8382-AAFA-64DE-4310-4B63A0115A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168D4-2551-A2A3-92FD-4368265C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CA8BAB-0C01-76C0-4425-C8E2E991F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9EE74412-2863-4B4D-A268-76CCE578409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60492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DD0021D-B841-197D-9CC2-5D724198B53A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54F67B-5597-B251-CA53-BCB02BDE7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8CAA8-7531-6254-D61B-C33459E44E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35101-4E11-3519-AD4B-B88639BE4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22945-3245-28AD-B5B7-CACAC2E5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053047B7-C278-4520-B8B8-F1AA84A95C0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32831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A119007-C3C0-560B-2A5D-D60F427BC7D8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7022F2-60A0-1112-CA48-6E7998EA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FAF9E5-619E-B476-ACBF-E9188256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63FBF-A02C-9602-E303-DF709388A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EA113D3E-3088-48E1-BABF-91D389973D7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8404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A0FEC0-59D4-CB1D-2BEA-F180AA95A54B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3B4AE1-BFAF-A2C5-998A-AE6AD8C6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DBDC-3D57-FA58-9919-0A7AA1C66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EC0A7-BB3F-EB8A-0E45-803CA7D69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8030B-DB03-1165-9579-955CD7B057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AF476-E83F-50A1-153C-529D189AA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70753-DBB3-15A8-EBFA-5540CE90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C4E81047-02D0-450B-9918-200915C0337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83920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081422-1D72-B2DA-A4E0-D74A59DB0125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DC340-1349-B646-151A-3AB3D529A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732FD5-30BD-6E2A-B949-20BEF40EAE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1FFC9-D4F3-A35F-EF26-17AD5F482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7FB67-EF50-4601-9233-8AEC04BC0F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DB0CD-0EE5-60B3-0400-C276BB62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78EB9-55F2-F984-C5C7-F83EBEB5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926EA717-5A56-4406-9F5B-B2021714DBF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367875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3FCD9C-721E-49C7-7475-1CE0C96967FB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CF7E8-82F7-B523-6602-BDDDB5EDB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4676C1-9080-EAD4-078C-C4F0F2B0A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640" y="1326600"/>
            <a:ext cx="9068400" cy="32875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DE172-9A3B-DF1C-F2FE-C256B0F121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3CE23-AE3D-1FFD-3E6D-F8DED8FDB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A6E47-351C-2E77-98EB-613B74A28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3DA86A1D-EF8D-4DF4-BFE4-1533CE92BB9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51152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CF9D7C-CF51-7DC9-7CD1-29FE2F578A39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0908A9-D6E7-DA8C-F5AF-648A4FA5C6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E82B4-AEEA-2C3F-D39D-AD89E213E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FE0C1-55DD-9D10-9672-D2E01CC75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640" y="5164560"/>
            <a:ext cx="234720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C4EA7-300E-437D-5530-6A6F7DAEF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920" y="5164560"/>
            <a:ext cx="3193920" cy="390600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E3323-59A0-6205-10DD-38969F22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4840" y="5164560"/>
            <a:ext cx="2347200" cy="390600"/>
          </a:xfrm>
        </p:spPr>
        <p:txBody>
          <a:bodyPr/>
          <a:lstStyle/>
          <a:p>
            <a:pPr lvl="0"/>
            <a:fld id="{931957F0-AFAA-429F-920B-1A88578C8EA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89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e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 /><Relationship Id="rId13" Type="http://schemas.openxmlformats.org/officeDocument/2006/relationships/image" Target="../media/image1.jpeg" /><Relationship Id="rId3" Type="http://schemas.openxmlformats.org/officeDocument/2006/relationships/slideLayout" Target="../slideLayouts/slideLayout14.xml" /><Relationship Id="rId7" Type="http://schemas.openxmlformats.org/officeDocument/2006/relationships/slideLayout" Target="../slideLayouts/slideLayout18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1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7.xml" /><Relationship Id="rId11" Type="http://schemas.openxmlformats.org/officeDocument/2006/relationships/slideLayout" Target="../slideLayouts/slideLayout22.xml" /><Relationship Id="rId5" Type="http://schemas.openxmlformats.org/officeDocument/2006/relationships/slideLayout" Target="../slideLayouts/slideLayout16.xml" /><Relationship Id="rId10" Type="http://schemas.openxmlformats.org/officeDocument/2006/relationships/slideLayout" Target="../slideLayouts/slideLayout21.xml" /><Relationship Id="rId4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20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 /><Relationship Id="rId13" Type="http://schemas.openxmlformats.org/officeDocument/2006/relationships/image" Target="../media/image2.jpeg" /><Relationship Id="rId3" Type="http://schemas.openxmlformats.org/officeDocument/2006/relationships/slideLayout" Target="../slideLayouts/slideLayout25.xml" /><Relationship Id="rId7" Type="http://schemas.openxmlformats.org/officeDocument/2006/relationships/slideLayout" Target="../slideLayouts/slideLayout29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1" Type="http://schemas.openxmlformats.org/officeDocument/2006/relationships/slideLayout" Target="../slideLayouts/slideLayout23.xml" /><Relationship Id="rId6" Type="http://schemas.openxmlformats.org/officeDocument/2006/relationships/slideLayout" Target="../slideLayouts/slideLayout28.xml" /><Relationship Id="rId11" Type="http://schemas.openxmlformats.org/officeDocument/2006/relationships/slideLayout" Target="../slideLayouts/slideLayout33.xml" /><Relationship Id="rId5" Type="http://schemas.openxmlformats.org/officeDocument/2006/relationships/slideLayout" Target="../slideLayouts/slideLayout27.xml" /><Relationship Id="rId10" Type="http://schemas.openxmlformats.org/officeDocument/2006/relationships/slideLayout" Target="../slideLayouts/slideLayout32.xml" /><Relationship Id="rId4" Type="http://schemas.openxmlformats.org/officeDocument/2006/relationships/slideLayout" Target="../slideLayouts/slideLayout26.xml" /><Relationship Id="rId9" Type="http://schemas.openxmlformats.org/officeDocument/2006/relationships/slideLayout" Target="../slideLayouts/slideLayout31.xml" 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 /><Relationship Id="rId13" Type="http://schemas.openxmlformats.org/officeDocument/2006/relationships/image" Target="../media/image3.jpeg" /><Relationship Id="rId3" Type="http://schemas.openxmlformats.org/officeDocument/2006/relationships/slideLayout" Target="../slideLayouts/slideLayout36.xml" /><Relationship Id="rId7" Type="http://schemas.openxmlformats.org/officeDocument/2006/relationships/slideLayout" Target="../slideLayouts/slideLayout40.xml" /><Relationship Id="rId12" Type="http://schemas.openxmlformats.org/officeDocument/2006/relationships/theme" Target="../theme/theme4.xml" /><Relationship Id="rId2" Type="http://schemas.openxmlformats.org/officeDocument/2006/relationships/slideLayout" Target="../slideLayouts/slideLayout35.xml" /><Relationship Id="rId1" Type="http://schemas.openxmlformats.org/officeDocument/2006/relationships/slideLayout" Target="../slideLayouts/slideLayout34.xml" /><Relationship Id="rId6" Type="http://schemas.openxmlformats.org/officeDocument/2006/relationships/slideLayout" Target="../slideLayouts/slideLayout39.xml" /><Relationship Id="rId11" Type="http://schemas.openxmlformats.org/officeDocument/2006/relationships/slideLayout" Target="../slideLayouts/slideLayout44.xml" /><Relationship Id="rId5" Type="http://schemas.openxmlformats.org/officeDocument/2006/relationships/slideLayout" Target="../slideLayouts/slideLayout38.xml" /><Relationship Id="rId10" Type="http://schemas.openxmlformats.org/officeDocument/2006/relationships/slideLayout" Target="../slideLayouts/slideLayout43.xml" /><Relationship Id="rId4" Type="http://schemas.openxmlformats.org/officeDocument/2006/relationships/slideLayout" Target="../slideLayouts/slideLayout37.xml" /><Relationship Id="rId9" Type="http://schemas.openxmlformats.org/officeDocument/2006/relationships/slideLayout" Target="../slideLayouts/slideLayout42.xml" 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 /><Relationship Id="rId13" Type="http://schemas.openxmlformats.org/officeDocument/2006/relationships/image" Target="../media/image4.jpeg" /><Relationship Id="rId3" Type="http://schemas.openxmlformats.org/officeDocument/2006/relationships/slideLayout" Target="../slideLayouts/slideLayout47.xml" /><Relationship Id="rId7" Type="http://schemas.openxmlformats.org/officeDocument/2006/relationships/slideLayout" Target="../slideLayouts/slideLayout51.xml" /><Relationship Id="rId12" Type="http://schemas.openxmlformats.org/officeDocument/2006/relationships/theme" Target="../theme/theme5.xml" /><Relationship Id="rId2" Type="http://schemas.openxmlformats.org/officeDocument/2006/relationships/slideLayout" Target="../slideLayouts/slideLayout46.xml" /><Relationship Id="rId1" Type="http://schemas.openxmlformats.org/officeDocument/2006/relationships/slideLayout" Target="../slideLayouts/slideLayout45.xml" /><Relationship Id="rId6" Type="http://schemas.openxmlformats.org/officeDocument/2006/relationships/slideLayout" Target="../slideLayouts/slideLayout50.xml" /><Relationship Id="rId11" Type="http://schemas.openxmlformats.org/officeDocument/2006/relationships/slideLayout" Target="../slideLayouts/slideLayout55.xml" /><Relationship Id="rId5" Type="http://schemas.openxmlformats.org/officeDocument/2006/relationships/slideLayout" Target="../slideLayouts/slideLayout49.xml" /><Relationship Id="rId10" Type="http://schemas.openxmlformats.org/officeDocument/2006/relationships/slideLayout" Target="../slideLayouts/slideLayout54.xml" /><Relationship Id="rId4" Type="http://schemas.openxmlformats.org/officeDocument/2006/relationships/slideLayout" Target="../slideLayouts/slideLayout48.xml" /><Relationship Id="rId9" Type="http://schemas.openxmlformats.org/officeDocument/2006/relationships/slideLayout" Target="../slideLayouts/slideLayout53.xml" /><Relationship Id="rId14" Type="http://schemas.openxmlformats.org/officeDocument/2006/relationships/image" Target="../media/image5.jpeg" 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 /><Relationship Id="rId3" Type="http://schemas.openxmlformats.org/officeDocument/2006/relationships/slideLayout" Target="../slideLayouts/slideLayout58.xml" /><Relationship Id="rId7" Type="http://schemas.openxmlformats.org/officeDocument/2006/relationships/slideLayout" Target="../slideLayouts/slideLayout62.xml" /><Relationship Id="rId12" Type="http://schemas.openxmlformats.org/officeDocument/2006/relationships/theme" Target="../theme/theme6.xml" /><Relationship Id="rId2" Type="http://schemas.openxmlformats.org/officeDocument/2006/relationships/slideLayout" Target="../slideLayouts/slideLayout57.xml" /><Relationship Id="rId1" Type="http://schemas.openxmlformats.org/officeDocument/2006/relationships/slideLayout" Target="../slideLayouts/slideLayout56.xml" /><Relationship Id="rId6" Type="http://schemas.openxmlformats.org/officeDocument/2006/relationships/slideLayout" Target="../slideLayouts/slideLayout61.xml" /><Relationship Id="rId11" Type="http://schemas.openxmlformats.org/officeDocument/2006/relationships/slideLayout" Target="../slideLayouts/slideLayout66.xml" /><Relationship Id="rId5" Type="http://schemas.openxmlformats.org/officeDocument/2006/relationships/slideLayout" Target="../slideLayouts/slideLayout60.xml" /><Relationship Id="rId10" Type="http://schemas.openxmlformats.org/officeDocument/2006/relationships/slideLayout" Target="../slideLayouts/slideLayout65.xml" /><Relationship Id="rId4" Type="http://schemas.openxmlformats.org/officeDocument/2006/relationships/slideLayout" Target="../slideLayouts/slideLayout59.xml" /><Relationship Id="rId9" Type="http://schemas.openxmlformats.org/officeDocument/2006/relationships/slideLayout" Target="../slideLayouts/slideLayout64.xml" 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 /><Relationship Id="rId3" Type="http://schemas.openxmlformats.org/officeDocument/2006/relationships/slideLayout" Target="../slideLayouts/slideLayout69.xml" /><Relationship Id="rId7" Type="http://schemas.openxmlformats.org/officeDocument/2006/relationships/slideLayout" Target="../slideLayouts/slideLayout73.xml" /><Relationship Id="rId12" Type="http://schemas.openxmlformats.org/officeDocument/2006/relationships/theme" Target="../theme/theme7.xml" /><Relationship Id="rId2" Type="http://schemas.openxmlformats.org/officeDocument/2006/relationships/slideLayout" Target="../slideLayouts/slideLayout68.xml" /><Relationship Id="rId1" Type="http://schemas.openxmlformats.org/officeDocument/2006/relationships/slideLayout" Target="../slideLayouts/slideLayout67.xml" /><Relationship Id="rId6" Type="http://schemas.openxmlformats.org/officeDocument/2006/relationships/slideLayout" Target="../slideLayouts/slideLayout72.xml" /><Relationship Id="rId11" Type="http://schemas.openxmlformats.org/officeDocument/2006/relationships/slideLayout" Target="../slideLayouts/slideLayout77.xml" /><Relationship Id="rId5" Type="http://schemas.openxmlformats.org/officeDocument/2006/relationships/slideLayout" Target="../slideLayouts/slideLayout71.xml" /><Relationship Id="rId10" Type="http://schemas.openxmlformats.org/officeDocument/2006/relationships/slideLayout" Target="../slideLayouts/slideLayout76.xml" /><Relationship Id="rId4" Type="http://schemas.openxmlformats.org/officeDocument/2006/relationships/slideLayout" Target="../slideLayouts/slideLayout70.xml" /><Relationship Id="rId9" Type="http://schemas.openxmlformats.org/officeDocument/2006/relationships/slideLayout" Target="../slideLayouts/slideLayout75.xml" 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 /><Relationship Id="rId3" Type="http://schemas.openxmlformats.org/officeDocument/2006/relationships/slideLayout" Target="../slideLayouts/slideLayout80.xml" /><Relationship Id="rId7" Type="http://schemas.openxmlformats.org/officeDocument/2006/relationships/slideLayout" Target="../slideLayouts/slideLayout84.xml" /><Relationship Id="rId12" Type="http://schemas.openxmlformats.org/officeDocument/2006/relationships/theme" Target="../theme/theme8.xml" /><Relationship Id="rId2" Type="http://schemas.openxmlformats.org/officeDocument/2006/relationships/slideLayout" Target="../slideLayouts/slideLayout79.xml" /><Relationship Id="rId1" Type="http://schemas.openxmlformats.org/officeDocument/2006/relationships/slideLayout" Target="../slideLayouts/slideLayout78.xml" /><Relationship Id="rId6" Type="http://schemas.openxmlformats.org/officeDocument/2006/relationships/slideLayout" Target="../slideLayouts/slideLayout83.xml" /><Relationship Id="rId11" Type="http://schemas.openxmlformats.org/officeDocument/2006/relationships/slideLayout" Target="../slideLayouts/slideLayout88.xml" /><Relationship Id="rId5" Type="http://schemas.openxmlformats.org/officeDocument/2006/relationships/slideLayout" Target="../slideLayouts/slideLayout82.xml" /><Relationship Id="rId10" Type="http://schemas.openxmlformats.org/officeDocument/2006/relationships/slideLayout" Target="../slideLayouts/slideLayout87.xml" /><Relationship Id="rId4" Type="http://schemas.openxmlformats.org/officeDocument/2006/relationships/slideLayout" Target="../slideLayouts/slideLayout81.xml" /><Relationship Id="rId9" Type="http://schemas.openxmlformats.org/officeDocument/2006/relationships/slideLayout" Target="../slideLayouts/slideLayout86.xml" 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 /><Relationship Id="rId3" Type="http://schemas.openxmlformats.org/officeDocument/2006/relationships/slideLayout" Target="../slideLayouts/slideLayout91.xml" /><Relationship Id="rId7" Type="http://schemas.openxmlformats.org/officeDocument/2006/relationships/slideLayout" Target="../slideLayouts/slideLayout95.xml" /><Relationship Id="rId12" Type="http://schemas.openxmlformats.org/officeDocument/2006/relationships/theme" Target="../theme/theme9.xml" /><Relationship Id="rId2" Type="http://schemas.openxmlformats.org/officeDocument/2006/relationships/slideLayout" Target="../slideLayouts/slideLayout90.xml" /><Relationship Id="rId1" Type="http://schemas.openxmlformats.org/officeDocument/2006/relationships/slideLayout" Target="../slideLayouts/slideLayout89.xml" /><Relationship Id="rId6" Type="http://schemas.openxmlformats.org/officeDocument/2006/relationships/slideLayout" Target="../slideLayouts/slideLayout94.xml" /><Relationship Id="rId11" Type="http://schemas.openxmlformats.org/officeDocument/2006/relationships/slideLayout" Target="../slideLayouts/slideLayout99.xml" /><Relationship Id="rId5" Type="http://schemas.openxmlformats.org/officeDocument/2006/relationships/slideLayout" Target="../slideLayouts/slideLayout93.xml" /><Relationship Id="rId10" Type="http://schemas.openxmlformats.org/officeDocument/2006/relationships/slideLayout" Target="../slideLayouts/slideLayout98.xml" /><Relationship Id="rId4" Type="http://schemas.openxmlformats.org/officeDocument/2006/relationships/slideLayout" Target="../slideLayouts/slideLayout92.xml" /><Relationship Id="rId9" Type="http://schemas.openxmlformats.org/officeDocument/2006/relationships/slideLayout" Target="../slideLayouts/slideLayout97.xml" 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 /><Relationship Id="rId3" Type="http://schemas.openxmlformats.org/officeDocument/2006/relationships/slideLayout" Target="../slideLayouts/slideLayout102.xml" /><Relationship Id="rId7" Type="http://schemas.openxmlformats.org/officeDocument/2006/relationships/slideLayout" Target="../slideLayouts/slideLayout106.xml" /><Relationship Id="rId12" Type="http://schemas.openxmlformats.org/officeDocument/2006/relationships/theme" Target="../theme/theme10.xml" /><Relationship Id="rId2" Type="http://schemas.openxmlformats.org/officeDocument/2006/relationships/slideLayout" Target="../slideLayouts/slideLayout101.xml" /><Relationship Id="rId1" Type="http://schemas.openxmlformats.org/officeDocument/2006/relationships/slideLayout" Target="../slideLayouts/slideLayout100.xml" /><Relationship Id="rId6" Type="http://schemas.openxmlformats.org/officeDocument/2006/relationships/slideLayout" Target="../slideLayouts/slideLayout105.xml" /><Relationship Id="rId11" Type="http://schemas.openxmlformats.org/officeDocument/2006/relationships/slideLayout" Target="../slideLayouts/slideLayout110.xml" /><Relationship Id="rId5" Type="http://schemas.openxmlformats.org/officeDocument/2006/relationships/slideLayout" Target="../slideLayouts/slideLayout104.xml" /><Relationship Id="rId10" Type="http://schemas.openxmlformats.org/officeDocument/2006/relationships/slideLayout" Target="../slideLayouts/slideLayout109.xml" /><Relationship Id="rId4" Type="http://schemas.openxmlformats.org/officeDocument/2006/relationships/slideLayout" Target="../slideLayouts/slideLayout103.xml" /><Relationship Id="rId9" Type="http://schemas.openxmlformats.org/officeDocument/2006/relationships/slideLayout" Target="../slideLayouts/slideLayout108.xml" 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 /><Relationship Id="rId3" Type="http://schemas.openxmlformats.org/officeDocument/2006/relationships/slideLayout" Target="../slideLayouts/slideLayout113.xml" /><Relationship Id="rId7" Type="http://schemas.openxmlformats.org/officeDocument/2006/relationships/slideLayout" Target="../slideLayouts/slideLayout117.xml" /><Relationship Id="rId12" Type="http://schemas.openxmlformats.org/officeDocument/2006/relationships/theme" Target="../theme/theme11.xml" /><Relationship Id="rId2" Type="http://schemas.openxmlformats.org/officeDocument/2006/relationships/slideLayout" Target="../slideLayouts/slideLayout112.xml" /><Relationship Id="rId1" Type="http://schemas.openxmlformats.org/officeDocument/2006/relationships/slideLayout" Target="../slideLayouts/slideLayout111.xml" /><Relationship Id="rId6" Type="http://schemas.openxmlformats.org/officeDocument/2006/relationships/slideLayout" Target="../slideLayouts/slideLayout116.xml" /><Relationship Id="rId11" Type="http://schemas.openxmlformats.org/officeDocument/2006/relationships/slideLayout" Target="../slideLayouts/slideLayout121.xml" /><Relationship Id="rId5" Type="http://schemas.openxmlformats.org/officeDocument/2006/relationships/slideLayout" Target="../slideLayouts/slideLayout115.xml" /><Relationship Id="rId10" Type="http://schemas.openxmlformats.org/officeDocument/2006/relationships/slideLayout" Target="../slideLayouts/slideLayout120.xml" /><Relationship Id="rId4" Type="http://schemas.openxmlformats.org/officeDocument/2006/relationships/slideLayout" Target="../slideLayouts/slideLayout114.xml" /><Relationship Id="rId9" Type="http://schemas.openxmlformats.org/officeDocument/2006/relationships/slideLayout" Target="../slideLayouts/slideLayout11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945F3B-D26D-A11A-CD81-878BFD9216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spAutoFit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E2717-4394-9AFE-EBA0-C60AC4B2B5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240"/>
            <a:ext cx="9068760" cy="328787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indent="0" algn="ctr" rtl="0" hangingPunct="0">
        <a:lnSpc>
          <a:spcPct val="100000"/>
        </a:lnSpc>
        <a:spcBef>
          <a:spcPts val="0"/>
        </a:spcBef>
        <a:spcAft>
          <a:spcPts val="0"/>
        </a:spcAft>
        <a:tabLst/>
        <a:defRPr lang="en-GB" sz="3200" b="0" i="0" u="none" strike="noStrike" kern="1200" cap="none" spc="0" baseline="0">
          <a:ln>
            <a:noFill/>
          </a:ln>
          <a:solidFill>
            <a:srgbClr val="3A8C93"/>
          </a:solidFill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09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FC80468-53EA-2780-D409-F79D32B5DAEB}"/>
              </a:ext>
            </a:extLst>
          </p:cNvPr>
          <p:cNvSpPr/>
          <p:nvPr/>
        </p:nvSpPr>
        <p:spPr>
          <a:xfrm>
            <a:off x="0" y="0"/>
            <a:ext cx="10076760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D84A1">
              <a:alpha val="45000"/>
            </a:srgbClr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0" tIns="0" rIns="0" bIns="0" anchor="ctr" anchorCtr="0">
            <a:noAutofit/>
          </a:bodyPr>
          <a:lstStyle/>
          <a:p>
            <a:pPr lvl="0" rtl="0" hangingPunct="0">
              <a:buNone/>
              <a:tabLst/>
            </a:pPr>
            <a:endParaRPr lang="en-GB" sz="2400" kern="1200"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0D4EE39D-C6D7-37E1-C06B-A53A5E32C6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A9FCF-EDB0-AD62-2A54-8E500D1E9E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647FA-052F-9366-9C47-EBFE36DF9B5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0B553-4FFF-8ED2-1881-55F886C2E6E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D0D3C-C5B8-15A9-1100-BE72BB0E6AF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69A170B3-F1A5-40AA-AD96-EBB9783F74DB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hangingPunct="0">
        <a:tabLst/>
        <a:defRPr lang="en-GB" sz="4400" b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5424CC-B399-1509-C568-813F499EFC67}"/>
              </a:ext>
            </a:extLst>
          </p:cNvPr>
          <p:cNvPicPr>
            <a:picLocks noMove="1" noResize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360" y="360"/>
            <a:ext cx="24678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4982946-9B16-4C4E-8F9E-80E12661E0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20BC0-1254-6903-DFBA-508ABCF97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0EAB4-8D7E-78D6-160A-246D2A25814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2A08B-CEED-5813-FC72-3A7ADCF44CA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F84D1-AC29-4D3F-0596-9F549095B68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4C65E9DE-A0A3-42A4-87F0-A4D31A5AA0B5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hangingPunct="0">
        <a:tabLst/>
        <a:defRPr lang="en-GB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A5FEF3-50D2-1FB2-F5F5-D75D6EF5512D}"/>
              </a:ext>
            </a:extLst>
          </p:cNvPr>
          <p:cNvPicPr>
            <a:picLocks noMove="1" noResize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 rot="16200000" flipH="1">
            <a:off x="3804660" y="-3804300"/>
            <a:ext cx="2468160" cy="10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76FC8F5A-4C44-160A-A355-74E403A3A5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A90EB-554A-FF56-26B7-A7AA449CF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75CED-5409-0C2E-507A-7A842C9A56F8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14305-F2A0-0BE7-E3DB-7A43D7B3BB4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E827D-4F02-A323-C506-7237514F53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DEB350DC-58EE-4E38-BCBC-141F3FEBF1C7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hangingPunct="0">
        <a:tabLst/>
        <a:defRPr lang="en-GB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2B1846-9218-C211-56B8-8799AEE7E734}"/>
              </a:ext>
            </a:extLst>
          </p:cNvPr>
          <p:cNvPicPr>
            <a:picLocks noMove="1" noResize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5943600" y="3475440"/>
            <a:ext cx="4111200" cy="21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A956E9-1516-C9F7-D8D4-4071D16DAAFA}"/>
              </a:ext>
            </a:extLst>
          </p:cNvPr>
          <p:cNvPicPr>
            <a:picLocks noMove="1" noResize="1"/>
          </p:cNvPicPr>
          <p:nvPr/>
        </p:nvPicPr>
        <p:blipFill>
          <a:blip r:embed="rId14">
            <a:lum/>
            <a:alphaModFix/>
          </a:blip>
          <a:srcRect/>
          <a:stretch>
            <a:fillRect/>
          </a:stretch>
        </p:blipFill>
        <p:spPr>
          <a:xfrm>
            <a:off x="5852160" y="360"/>
            <a:ext cx="2742840" cy="20113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7BD80A66-46D0-BB69-3DEE-EF8EE3374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83A35-5FB8-68E2-2C3A-A485774A9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36C8D-C028-0E88-2758-72CE105096E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B9F07FD-1355-54B1-3D40-F7779C00830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912125-794D-06C2-4C2E-21EE555F67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A86BF62E-0102-42CA-A450-83CB9BAE9A62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hangingPunct="0">
        <a:tabLst/>
        <a:defRPr lang="en-GB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9B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5094D91-40DD-3B66-4E5E-1F0562C309A1}"/>
              </a:ext>
            </a:extLst>
          </p:cNvPr>
          <p:cNvSpPr/>
          <p:nvPr/>
        </p:nvSpPr>
        <p:spPr>
          <a:xfrm>
            <a:off x="0" y="365760"/>
            <a:ext cx="338328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23C04E5-A5C6-AA6B-9534-D800AE448F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EAD2D-941D-57AA-5D43-C6E357A65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84A30-994C-926E-A772-0AB741A17D9C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1B83A-C969-E782-E4A1-BA952F9EA673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12C8D-F56D-0D3E-4E8D-F6D3749A800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3DD77674-FEE7-44EC-AB71-4D0EB31EA0DD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hangingPunct="0">
        <a:tabLst/>
        <a:defRPr lang="en-GB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8EDD020-8679-C66A-A8C6-B2445081BB74}"/>
              </a:ext>
            </a:extLst>
          </p:cNvPr>
          <p:cNvSpPr>
            <a:spLocks noMove="1" noResize="1"/>
          </p:cNvSpPr>
          <p:nvPr/>
        </p:nvSpPr>
        <p:spPr>
          <a:xfrm>
            <a:off x="4115159" y="4846320"/>
            <a:ext cx="5961600" cy="82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561" h="2286">
                <a:moveTo>
                  <a:pt x="0" y="2286"/>
                </a:moveTo>
                <a:lnTo>
                  <a:pt x="16561" y="2286"/>
                </a:lnTo>
                <a:cubicBezTo>
                  <a:pt x="16561" y="2286"/>
                  <a:pt x="16561" y="762"/>
                  <a:pt x="16561" y="0"/>
                </a:cubicBezTo>
                <a:cubicBezTo>
                  <a:pt x="11041" y="729"/>
                  <a:pt x="5520" y="1457"/>
                  <a:pt x="0" y="2186"/>
                </a:cubicBezTo>
                <a:cubicBezTo>
                  <a:pt x="0" y="2219"/>
                  <a:pt x="0" y="2286"/>
                  <a:pt x="0" y="2286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3FDC1B6-0877-8D7D-C964-4997F7BA4DA3}"/>
              </a:ext>
            </a:extLst>
          </p:cNvPr>
          <p:cNvSpPr>
            <a:spLocks noMove="1" noResize="1"/>
          </p:cNvSpPr>
          <p:nvPr/>
        </p:nvSpPr>
        <p:spPr>
          <a:xfrm>
            <a:off x="360" y="0"/>
            <a:ext cx="10076400" cy="164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1" h="4572">
                <a:moveTo>
                  <a:pt x="27991" y="0"/>
                </a:moveTo>
                <a:cubicBezTo>
                  <a:pt x="18661" y="0"/>
                  <a:pt x="0" y="0"/>
                  <a:pt x="0" y="0"/>
                </a:cubicBezTo>
                <a:cubicBezTo>
                  <a:pt x="0" y="0"/>
                  <a:pt x="0" y="3048"/>
                  <a:pt x="0" y="4572"/>
                </a:cubicBezTo>
                <a:cubicBezTo>
                  <a:pt x="9330" y="3081"/>
                  <a:pt x="18661" y="1591"/>
                  <a:pt x="27991" y="100"/>
                </a:cubicBezTo>
                <a:cubicBezTo>
                  <a:pt x="27991" y="164"/>
                  <a:pt x="27991" y="227"/>
                  <a:pt x="27991" y="291"/>
                </a:cubicBezTo>
                <a:cubicBezTo>
                  <a:pt x="27991" y="301"/>
                  <a:pt x="27991" y="310"/>
                  <a:pt x="27991" y="320"/>
                </a:cubicBezTo>
                <a:lnTo>
                  <a:pt x="27991" y="321"/>
                </a:lnTo>
                <a:lnTo>
                  <a:pt x="27991" y="320"/>
                </a:lnTo>
                <a:cubicBezTo>
                  <a:pt x="27991" y="319"/>
                  <a:pt x="27991" y="318"/>
                  <a:pt x="27991" y="317"/>
                </a:cubicBezTo>
                <a:cubicBezTo>
                  <a:pt x="27991" y="310"/>
                  <a:pt x="27991" y="304"/>
                  <a:pt x="27991" y="297"/>
                </a:cubicBezTo>
                <a:cubicBezTo>
                  <a:pt x="27991" y="198"/>
                  <a:pt x="27991" y="99"/>
                  <a:pt x="27991" y="0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F473F789-BF47-0079-1006-CD9305B82E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81D878-05EA-737C-38B2-9D9216EA42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1D6EF2C-3C06-4A05-2CB7-69327BA93BF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22BF3D-EDC2-9169-F4CA-9AC3C09B706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5AEB6B-E08C-D96F-5894-6114AE3B2E1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97CED776-C688-424F-A114-B79EAB5D2569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hangingPunct="0">
        <a:tabLst/>
        <a:defRPr lang="en-GB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9DA32A2-59C2-3094-7C84-26EC66267372}"/>
              </a:ext>
            </a:extLst>
          </p:cNvPr>
          <p:cNvSpPr/>
          <p:nvPr/>
        </p:nvSpPr>
        <p:spPr>
          <a:xfrm>
            <a:off x="0" y="365760"/>
            <a:ext cx="324000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242A3E25-467D-9678-B64F-C10832C971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C4292-5829-8C2B-EF04-4D230A8D47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E4D76-2CC9-C9B5-C064-F973138FEB4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D0AF8-4BDC-BD41-E9E6-C3EC0C978CD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1977B-BF19-07AA-2313-E582F1906A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774CDFB1-76E4-4B06-BBAB-474F66E7571C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hangingPunct="0">
        <a:tabLst/>
        <a:defRPr lang="en-GB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8C893F2-0D0C-1E9E-B249-7E977CF8F4F1}"/>
              </a:ext>
            </a:extLst>
          </p:cNvPr>
          <p:cNvSpPr>
            <a:spLocks noMove="1" noResize="1"/>
          </p:cNvSpPr>
          <p:nvPr/>
        </p:nvSpPr>
        <p:spPr>
          <a:xfrm>
            <a:off x="852228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16B6A560-8FEF-72F7-D701-07102BF728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B5A25-EA1A-5F56-DEF7-173ED4D6B6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13736-6927-9C9A-3596-834F4A6A800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7815B-AB43-4BC0-CC77-C28999E0768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5A8F5-C18A-8A23-8EAD-A70E82BD426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5ADD1F37-19C4-4715-9B9A-9F07BF1A8A4F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rtl="0" hangingPunct="0">
        <a:tabLst/>
        <a:defRPr lang="en-GB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38DFD69-767F-E400-4F92-395CAE41E878}"/>
              </a:ext>
            </a:extLst>
          </p:cNvPr>
          <p:cNvSpPr>
            <a:spLocks noMove="1" noResize="1"/>
          </p:cNvSpPr>
          <p:nvPr/>
        </p:nvSpPr>
        <p:spPr>
          <a:xfrm rot="10800000">
            <a:off x="7608600" y="36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C910FFA-B3C4-7F9C-FD78-427E643482A1}"/>
              </a:ext>
            </a:extLst>
          </p:cNvPr>
          <p:cNvSpPr>
            <a:spLocks noMove="1" noResize="1"/>
          </p:cNvSpPr>
          <p:nvPr/>
        </p:nvSpPr>
        <p:spPr>
          <a:xfrm>
            <a:off x="-35640" y="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80ED873C-B6DA-2B86-336B-EF33A29F9D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03901F-2B36-CB8F-4A47-BA22D1EDA8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D68733A-E03B-C881-5C32-11F299A011E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A49CE88-9439-7422-F453-04999FE5BFA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1762D29-8EBA-9890-09F2-93D6DF9AA5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27CA4B8F-7CDF-4B51-84FB-5AF8F1A4DA17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hangingPunct="0">
        <a:tabLst/>
        <a:defRPr lang="en-GB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46528D4-B325-14A1-20DC-F61E20740477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74EA411F-EC30-C084-5654-FA154290E6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A51A3-6811-7714-27FD-9194C121DC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C2D4F-8227-F5D2-9F06-FE3B1F65563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75BE6-383C-28EE-F357-205B7301D0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7A8AD-A561-39AB-0C1B-7E7A5150C4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F63EB35D-C0C6-4B7A-9944-CAF627BFF9BB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rtl="0" hangingPunct="0">
        <a:tabLst/>
        <a:defRPr lang="en-GB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9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40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51.xml" /><Relationship Id="rId4" Type="http://schemas.openxmlformats.org/officeDocument/2006/relationships/image" Target="../media/image10.jpe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6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4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06.xml" /><Relationship Id="rId4" Type="http://schemas.openxmlformats.org/officeDocument/2006/relationships/image" Target="../media/image14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95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8.jpe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4990-DE2C-C0C6-1426-DC57C99EC4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752400" y="1980000"/>
            <a:ext cx="9032400" cy="1247400"/>
          </a:xfrm>
        </p:spPr>
        <p:txBody>
          <a:bodyPr/>
          <a:lstStyle/>
          <a:p>
            <a:pPr lvl="0"/>
            <a:r>
              <a:rPr lang="en-GB" sz="3600" b="1">
                <a:highlight>
                  <a:srgbClr val="FFFF00"/>
                </a:highlight>
              </a:rPr>
              <a:t>FAKE NEWS DETECTION</a:t>
            </a:r>
            <a:br>
              <a:rPr lang="en-GB" sz="3600" b="1">
                <a:highlight>
                  <a:srgbClr val="FFFF00"/>
                </a:highlight>
              </a:rPr>
            </a:br>
            <a:r>
              <a:rPr lang="en-GB" sz="3600" b="1">
                <a:highlight>
                  <a:srgbClr val="FFFF00"/>
                </a:highlight>
              </a:rPr>
              <a:t> USING LOGISTIC REGRESSION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2E44762-6444-FD5E-8920-A4FF10615042}"/>
              </a:ext>
            </a:extLst>
          </p:cNvPr>
          <p:cNvSpPr/>
          <p:nvPr/>
        </p:nvSpPr>
        <p:spPr>
          <a:xfrm>
            <a:off x="842400" y="3206160"/>
            <a:ext cx="6492240" cy="0"/>
          </a:xfrm>
          <a:prstGeom prst="line">
            <a:avLst/>
          </a:prstGeom>
          <a:noFill/>
          <a:ln w="38160">
            <a:solidFill>
              <a:srgbClr val="FFFFFF"/>
            </a:solidFill>
            <a:prstDash val="solid"/>
          </a:ln>
        </p:spPr>
        <p:txBody>
          <a:bodyPr vert="horz" wrap="none" lIns="109080" tIns="64080" rIns="109080" bIns="6408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B1CCF83D-95DE-4111-4A32-671B6FAE88AB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200000" y="720000"/>
            <a:ext cx="2700000" cy="294804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FB8FA3-6493-1072-D99F-75884A02108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220000" y="3848040"/>
            <a:ext cx="9068760" cy="1551960"/>
          </a:xfrm>
        </p:spPr>
        <p:txBody>
          <a:bodyPr/>
          <a:lstStyle/>
          <a:p>
            <a:pPr lvl="0"/>
            <a:r>
              <a:rPr lang="en-GB" sz="2600">
                <a:solidFill>
                  <a:srgbClr val="1C1C1C"/>
                </a:solidFill>
              </a:rPr>
              <a:t>Shwetha Thallapelli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F7F98-A5E6-9803-6681-42E66D81747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640" y="225720"/>
            <a:ext cx="9068760" cy="946440"/>
          </a:xfrm>
        </p:spPr>
        <p:txBody>
          <a:bodyPr/>
          <a:lstStyle/>
          <a:p>
            <a:pPr lvl="0"/>
            <a:r>
              <a:rPr lang="en-GB" sz="3600">
                <a:highlight>
                  <a:srgbClr val="FFFF00"/>
                </a:highlight>
              </a:rPr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D7E5F-61D0-BA70-F616-33EE455DE92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640" y="1326240"/>
            <a:ext cx="4425480" cy="3287879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200"/>
              <a:t>Introduction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200"/>
              <a:t>Requirement specification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200"/>
              <a:t>ML Libraries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200"/>
              <a:t>Methodology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200"/>
              <a:t>Logistic regression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200"/>
              <a:t>TF-IDF Feature</a:t>
            </a:r>
          </a:p>
          <a:p>
            <a:pPr lvl="0">
              <a:buSzPct val="45000"/>
              <a:buFont typeface="StarSymbol"/>
              <a:buChar char="●"/>
            </a:pPr>
            <a:endParaRPr lang="en-GB" sz="22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577388-6860-8D19-834E-24E50F74C1F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220000" y="852120"/>
            <a:ext cx="4425480" cy="3287879"/>
          </a:xfrm>
        </p:spPr>
        <p:txBody>
          <a:bodyPr/>
          <a:lstStyle/>
          <a:p>
            <a:pPr lvl="0"/>
            <a:endParaRPr lang="en-GB" sz="2200"/>
          </a:p>
          <a:p>
            <a:pPr lvl="0">
              <a:buSzPct val="45000"/>
              <a:buFont typeface="StarSymbol"/>
              <a:buChar char="●"/>
            </a:pPr>
            <a:r>
              <a:rPr lang="en-GB" sz="2200"/>
              <a:t>Model evaluation metrics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200"/>
              <a:t>Confused Matrics Analysis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200"/>
              <a:t>Limitations and challenges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200"/>
              <a:t>Conclusion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200"/>
              <a:t>References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F6246-5D79-9682-2114-C76CC98737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0000" y="360000"/>
            <a:ext cx="7200000" cy="946080"/>
          </a:xfrm>
        </p:spPr>
        <p:txBody>
          <a:bodyPr>
            <a:spAutoFit/>
          </a:bodyPr>
          <a:lstStyle/>
          <a:p>
            <a:pPr lvl="0"/>
            <a:r>
              <a:rPr lang="en-GB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C4B07-A2B6-4BCC-676B-F9E46898620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0000" y="1440000"/>
            <a:ext cx="10508400" cy="3060000"/>
          </a:xfrm>
        </p:spPr>
        <p:txBody>
          <a:bodyPr>
            <a:normAutofit fontScale="92500"/>
          </a:bodyPr>
          <a:lstStyle/>
          <a:p>
            <a:pPr lvl="0"/>
            <a:r>
              <a:rPr lang="en-GB" sz="2200" b="1" dirty="0"/>
              <a:t>Fake news is also known as junk news which refers to false or misleading </a:t>
            </a:r>
            <a:r>
              <a:rPr lang="en-US" sz="2200" b="1" dirty="0"/>
              <a:t>Information </a:t>
            </a:r>
            <a:r>
              <a:rPr lang="en-GB" sz="2200" b="1" dirty="0"/>
              <a:t> which pretends as real news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200" b="1" dirty="0"/>
              <a:t>It is becoming increasingly difficult for us to know how to identify  fake news.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200" b="1" dirty="0"/>
              <a:t>Fake news detection is a natural language processing task that involves identifying and classifying news articles or other type of </a:t>
            </a:r>
            <a:r>
              <a:rPr lang="en-GB" sz="2200" b="1" dirty="0" err="1"/>
              <a:t>te</a:t>
            </a:r>
            <a:r>
              <a:rPr lang="en-GB" sz="2200" b="1" dirty="0"/>
              <a:t>-                                                         -</a:t>
            </a:r>
            <a:r>
              <a:rPr lang="en-GB" sz="2200" b="1" dirty="0" err="1"/>
              <a:t>xt</a:t>
            </a:r>
            <a:r>
              <a:rPr lang="en-GB" sz="2200" b="1" dirty="0"/>
              <a:t> as real or fake.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200" b="1" dirty="0"/>
              <a:t>The goal of fake news detection is to develop algorithms that can </a:t>
            </a:r>
            <a:r>
              <a:rPr lang="en-GB" sz="2200" b="1" dirty="0" err="1"/>
              <a:t>automa</a:t>
            </a:r>
            <a:r>
              <a:rPr lang="en-US" sz="2200" b="1" dirty="0"/>
              <a:t>-   </a:t>
            </a:r>
            <a:r>
              <a:rPr lang="en-GB" sz="2200" b="1" dirty="0" err="1"/>
              <a:t>tically</a:t>
            </a:r>
            <a:r>
              <a:rPr lang="en-GB" sz="2200" b="1" dirty="0"/>
              <a:t> identify and flag fake news articles     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389C0D-1ED1-A656-319D-71C24CFDDC1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000" y="125640"/>
            <a:ext cx="2972879" cy="1314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00C20-5DB1-9E8C-7EF3-E9B252DAD37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640" y="580680"/>
            <a:ext cx="9068400" cy="1245600"/>
          </a:xfrm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E81F5E-1570-8A89-D46E-92C15229B06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0000" y="582480"/>
            <a:ext cx="9000000" cy="4527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944BEF-069E-7D07-7AD5-6416B110687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20000" y="540000"/>
            <a:ext cx="5760000" cy="37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171434-20C4-474F-3FA9-44A1C9FE2DD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 rot="33000">
            <a:off x="6412295" y="2179254"/>
            <a:ext cx="4016520" cy="103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>
            <a:extLst>
              <a:ext uri="{FF2B5EF4-FFF2-40B4-BE49-F238E27FC236}">
                <a16:creationId xmlns:a16="http://schemas.microsoft.com/office/drawing/2014/main" id="{8B81C4A8-E657-2F1F-A798-C0ED2626F880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00000" y="180000"/>
            <a:ext cx="5400000" cy="5400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D834266-EF18-EDD6-3E62-982656B940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2700000" y="133920"/>
            <a:ext cx="9068400" cy="946080"/>
          </a:xfrm>
        </p:spPr>
        <p:txBody>
          <a:bodyPr>
            <a:spAutoFit/>
          </a:bodyPr>
          <a:lstStyle/>
          <a:p>
            <a:pPr lvl="0"/>
            <a:r>
              <a:rPr lang="en-GB" sz="3600"/>
              <a:t>METHODOLOGY: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79DF3-F336-9C61-3DDD-86DC5B28848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34880" y="1620000"/>
            <a:ext cx="4425120" cy="328752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600"/>
              <a:t>PROCESS FLOW OF THE                SYSTEM:-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3F479-7A5D-9622-31A4-DCB2DB69852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pPr lvl="0"/>
            <a:r>
              <a:rPr lang="en-GB">
                <a:highlight>
                  <a:srgbClr val="FFFF00"/>
                </a:highlight>
              </a:rPr>
              <a:t>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D1324E-9669-ACE5-73A3-D45960B3619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640" y="1326600"/>
            <a:ext cx="9068400" cy="3287520"/>
          </a:xfrm>
        </p:spPr>
        <p:txBody>
          <a:bodyPr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2F88A5-D895-103A-5D0C-73E23EAB5B7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3480" y="1620000"/>
            <a:ext cx="10076400" cy="372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BBBB2-AA65-5EB4-75D5-0BB7FA3BD74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1620000" y="133920"/>
            <a:ext cx="9068400" cy="946080"/>
          </a:xfrm>
        </p:spPr>
        <p:txBody>
          <a:bodyPr/>
          <a:lstStyle/>
          <a:p>
            <a:pPr lvl="0"/>
            <a:r>
              <a:rPr lang="en-GB">
                <a:highlight>
                  <a:srgbClr val="FFFF00"/>
                </a:highlight>
              </a:rPr>
              <a:t>TF-IDF FEATURE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C31A8-E629-D336-BBD0-56C52D22C34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640" y="1326600"/>
            <a:ext cx="9068400" cy="3287520"/>
          </a:xfrm>
        </p:spPr>
        <p:txBody>
          <a:bodyPr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D94265-CB08-90B9-1BC7-119E76336CD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68520" y="1080000"/>
            <a:ext cx="5811480" cy="41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8F4DD-4C19-3FFB-5661-57FC44A04F0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273359" y="1834919"/>
            <a:ext cx="3803400" cy="1765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AD6447F2-6167-3606-26B0-B635824DC805}"/>
              </a:ext>
            </a:extLst>
          </p:cNvPr>
          <p:cNvSpPr/>
          <p:nvPr/>
        </p:nvSpPr>
        <p:spPr>
          <a:xfrm flipV="1">
            <a:off x="5074200" y="0"/>
            <a:ext cx="0" cy="1280159"/>
          </a:xfrm>
          <a:prstGeom prst="line">
            <a:avLst/>
          </a:prstGeom>
          <a:noFill/>
          <a:ln w="38160">
            <a:solidFill>
              <a:srgbClr val="2499BE"/>
            </a:solidFill>
            <a:prstDash val="solid"/>
            <a:headEnd type="arrow"/>
          </a:ln>
        </p:spPr>
        <p:txBody>
          <a:bodyPr vert="horz" wrap="none" lIns="109080" tIns="64080" rIns="109080" bIns="6408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F9B3F6-80E4-EF71-5D1D-315EE0BC105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640" y="226080"/>
            <a:ext cx="9068400" cy="946080"/>
          </a:xfrm>
        </p:spPr>
        <p:txBody>
          <a:bodyPr/>
          <a:lstStyle/>
          <a:p>
            <a:pPr lvl="0"/>
            <a:r>
              <a:rPr lang="en-GB">
                <a:highlight>
                  <a:srgbClr val="FFFF00"/>
                </a:highlight>
              </a:rPr>
              <a:t>Model Evaluation Metrics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94262-934C-E7AF-462B-95C7F0C25E1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640" y="1326600"/>
            <a:ext cx="4425120" cy="328752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400"/>
              <a:t>Afer training the logistic regression model ,the evaluation was conducted on both validation and test datasets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B31C2-23D9-DBAE-1247-5A20BDB3279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40000" y="1440000"/>
            <a:ext cx="3600000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A1633-3912-DD60-7CFD-E8C852C797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640" y="225720"/>
            <a:ext cx="9068760" cy="946440"/>
          </a:xfrm>
        </p:spPr>
        <p:txBody>
          <a:bodyPr/>
          <a:lstStyle/>
          <a:p>
            <a:pPr lvl="0"/>
            <a:r>
              <a:rPr lang="en-GB">
                <a:highlight>
                  <a:srgbClr val="FFFF00"/>
                </a:highlight>
              </a:rPr>
              <a:t>Confused Matrix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C4A7E-13A3-5B42-6891-7BC642F9DE24}"/>
              </a:ext>
            </a:extLst>
          </p:cNvPr>
          <p:cNvSpPr txBox="1"/>
          <p:nvPr/>
        </p:nvSpPr>
        <p:spPr>
          <a:xfrm>
            <a:off x="234360" y="5040000"/>
            <a:ext cx="2645640" cy="4014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solidFill>
                  <a:srgbClr val="EEEEEE"/>
                </a:solidFill>
                <a:latin typeface="Noto Sans" pitchFamily="34"/>
                <a:ea typeface="Nimbus Sans" pitchFamily="2"/>
                <a:cs typeface="FreeSerif" pitchFamily="2"/>
              </a:rPr>
              <a:t>CC by SA, Risyad Rais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85057-BBCA-AACB-A04A-953154ED09E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640" y="1326240"/>
            <a:ext cx="4425480" cy="3287879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400">
                <a:solidFill>
                  <a:srgbClr val="E6E905"/>
                </a:solidFill>
              </a:rPr>
              <a:t>It offers a valuable visual representation of the classification performance of the logistic regression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81C496-5DC3-BA98-1FF9-8DABAE84A01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860000" y="1440000"/>
            <a:ext cx="450432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8D6F0-B77E-EC3E-0C64-1C8354575F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640" y="225720"/>
            <a:ext cx="9068760" cy="946440"/>
          </a:xfrm>
        </p:spPr>
        <p:txBody>
          <a:bodyPr/>
          <a:lstStyle/>
          <a:p>
            <a:pPr lvl="0"/>
            <a:r>
              <a:rPr lang="en-GB">
                <a:solidFill>
                  <a:srgbClr val="FF8000"/>
                </a:solidFill>
                <a:highlight>
                  <a:srgbClr val="E8F2A1"/>
                </a:highlight>
              </a:rPr>
              <a:t>Limitations and 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42C394-586A-D453-E331-757CD3E1FA7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640" y="1326240"/>
            <a:ext cx="9068760" cy="3287879"/>
          </a:xfrm>
        </p:spPr>
        <p:txBody>
          <a:bodyPr anchor="t">
            <a:sp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buSzPct val="100000"/>
              <a:buAutoNum type="arabicParenR"/>
            </a:pPr>
            <a:r>
              <a:rPr lang="en-GB" sz="2200">
                <a:solidFill>
                  <a:srgbClr val="FFFFFF"/>
                </a:solidFill>
              </a:rPr>
              <a:t>EVOLVING TACTICS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buSzPct val="100000"/>
              <a:buAutoNum type="arabicParenR"/>
            </a:pPr>
            <a:r>
              <a:rPr lang="en-GB" sz="2200">
                <a:solidFill>
                  <a:srgbClr val="FFFFFF"/>
                </a:solidFill>
              </a:rPr>
              <a:t>DIVERSE LANGUAGES AND CONTEXTS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buSzPct val="100000"/>
              <a:buAutoNum type="arabicParenR"/>
            </a:pPr>
            <a:r>
              <a:rPr lang="en-GB" sz="2200">
                <a:solidFill>
                  <a:srgbClr val="FFFFFF"/>
                </a:solidFill>
              </a:rPr>
              <a:t>INTERPRETABILITY OF RESULTS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buSzPct val="100000"/>
              <a:buAutoNum type="arabicParenR"/>
            </a:pPr>
            <a:r>
              <a:rPr lang="en-GB" sz="2200">
                <a:solidFill>
                  <a:srgbClr val="FFFFFF"/>
                </a:solidFill>
              </a:rPr>
              <a:t>BALANCING FREEDOM OF SPEECH WITH REGULATION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27675E8-7384-52D9-B507-921713FCD943}"/>
              </a:ext>
            </a:extLst>
          </p:cNvPr>
          <p:cNvSpPr/>
          <p:nvPr/>
        </p:nvSpPr>
        <p:spPr>
          <a:xfrm>
            <a:off x="7740000" y="540000"/>
            <a:ext cx="359640" cy="35964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val 4230"/>
              <a:gd name="f5" fmla="*/ f0 1 21600"/>
              <a:gd name="f6" fmla="*/ f1 1 21600"/>
              <a:gd name="f7" fmla="*/ 4230 f5 1"/>
              <a:gd name="f8" fmla="*/ 21600 f5 1"/>
              <a:gd name="f9" fmla="*/ 21600 f6 1"/>
              <a:gd name="f10" fmla="*/ 423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close/>
              </a:path>
              <a:path w="21600" h="21600">
                <a:moveTo>
                  <a:pt x="f4" y="f2"/>
                </a:moveTo>
                <a:lnTo>
                  <a:pt x="f4" y="f3"/>
                </a:lnTo>
              </a:path>
              <a:path w="21600" h="21600">
                <a:moveTo>
                  <a:pt x="f2" y="f4"/>
                </a:moveTo>
                <a:lnTo>
                  <a:pt x="f3" y="f4"/>
                </a:lnTo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A07F5-E2B8-6057-61D2-755ABBF97C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640" y="225720"/>
            <a:ext cx="9068760" cy="946440"/>
          </a:xfrm>
        </p:spPr>
        <p:txBody>
          <a:bodyPr/>
          <a:lstStyle/>
          <a:p>
            <a:pPr lvl="0"/>
            <a:r>
              <a:rPr lang="en-GB" sz="4400">
                <a:highlight>
                  <a:srgbClr val="FFFF00"/>
                </a:highlight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256EB-F567-E85A-6C6E-3CF90EE781C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640" y="1326240"/>
            <a:ext cx="9068760" cy="3287879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200"/>
              <a:t>This project has demonstrated significant potential in addressing the challenges of misinformation.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200"/>
              <a:t>The findings reveal that the model was able to achieve promising performance metrics 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200"/>
              <a:t>This result highlights the viability of logistic regression as a foundational  method in the fight against fake news.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39F7C-A905-7E3B-9AA5-B02B2D647A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640" y="225720"/>
            <a:ext cx="9068760" cy="946440"/>
          </a:xfrm>
        </p:spPr>
        <p:txBody>
          <a:bodyPr/>
          <a:lstStyle/>
          <a:p>
            <a:pPr lvl="0"/>
            <a:r>
              <a:rPr lang="en-GB">
                <a:highlight>
                  <a:srgbClr val="FFFF00"/>
                </a:highlight>
              </a:rPr>
              <a:t>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778BDF-C71A-2DF9-1E7F-58A746D19D1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00000" y="1172160"/>
            <a:ext cx="4571640" cy="14738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DE35F852-9CCF-1AD3-5C25-1508B564A31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71240" y="2652119"/>
            <a:ext cx="9068760" cy="3287879"/>
          </a:xfrm>
        </p:spPr>
        <p:txBody>
          <a:bodyPr anchor="t">
            <a:sp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</a:pPr>
            <a:r>
              <a:rPr lang="en-GB" sz="2200">
                <a:solidFill>
                  <a:srgbClr val="FFFF00"/>
                </a:solidFill>
              </a:rPr>
              <a:t>RESEARCH PAPERS: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07CB66-494F-4D65-FDB2-5C9C0EA09B6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37999" y="3060000"/>
            <a:ext cx="4571640" cy="2374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D7CEDC-D475-A214-6D41-BF098AB61D7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620000" y="540000"/>
            <a:ext cx="7740000" cy="46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ne Bull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wo Bulle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ree Bulle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Four Bulle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Blue/White Char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ab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White/Blue Char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Right Ba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Diagra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Left Ba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../../../../Program%20Files/WindowsApps/36059XiaoyaStudio.RealOffice_2.1.10.0_x64__ngh7ertwt50re/VFS/ProgramFilesX86/Xiaoya/Real%20Office/share/template/common/presnt/Freshes.otp</Template>
  <TotalTime>463</TotalTime>
  <Application>Microsoft Office PowerPoint</Application>
  <PresentationFormat>Custom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Title</vt:lpstr>
      <vt:lpstr>One Bullet</vt:lpstr>
      <vt:lpstr>Two Bullets</vt:lpstr>
      <vt:lpstr>Three Bullets</vt:lpstr>
      <vt:lpstr>Four Bullets</vt:lpstr>
      <vt:lpstr>Blue/White Chart</vt:lpstr>
      <vt:lpstr>Table</vt:lpstr>
      <vt:lpstr>White/Blue Chart</vt:lpstr>
      <vt:lpstr>Right Bar</vt:lpstr>
      <vt:lpstr>Diagram</vt:lpstr>
      <vt:lpstr>Left Bar</vt:lpstr>
      <vt:lpstr>FAKE NEWS DETECTION  USING LOGISTIC REGRESSION</vt:lpstr>
      <vt:lpstr>CONTENTS</vt:lpstr>
      <vt:lpstr>INTRODUCTION</vt:lpstr>
      <vt:lpstr> </vt:lpstr>
      <vt:lpstr>PowerPoint Presentation</vt:lpstr>
      <vt:lpstr>METHODOLOGY:</vt:lpstr>
      <vt:lpstr>LOGISTIC REGRESSION</vt:lpstr>
      <vt:lpstr>TF-IDF FEATURE</vt:lpstr>
      <vt:lpstr>Model Evaluation Metrics</vt:lpstr>
      <vt:lpstr>Confused Matrix Analysis</vt:lpstr>
      <vt:lpstr>Limitations and challenges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Freshes</dc:title>
  <cp:lastModifiedBy>swethathallapelli121@gmail.com</cp:lastModifiedBy>
  <cp:revision>8</cp:revision>
  <dcterms:created xsi:type="dcterms:W3CDTF">2025-03-05T09:05:14Z</dcterms:created>
  <dcterms:modified xsi:type="dcterms:W3CDTF">2025-03-06T09:25:34Z</dcterms:modified>
</cp:coreProperties>
</file>